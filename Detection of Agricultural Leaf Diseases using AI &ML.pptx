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85" r:id="rId3"/>
    <p:sldId id="260" r:id="rId4"/>
    <p:sldId id="279" r:id="rId5"/>
    <p:sldId id="284" r:id="rId6"/>
    <p:sldId id="261" r:id="rId7"/>
    <p:sldId id="257" r:id="rId8"/>
    <p:sldId id="258" r:id="rId9"/>
    <p:sldId id="280" r:id="rId10"/>
    <p:sldId id="287" r:id="rId11"/>
    <p:sldId id="281" r:id="rId12"/>
    <p:sldId id="282" r:id="rId13"/>
    <p:sldId id="286" r:id="rId14"/>
    <p:sldId id="276" r:id="rId15"/>
    <p:sldId id="275" r:id="rId16"/>
    <p:sldId id="263" r:id="rId17"/>
    <p:sldId id="264" r:id="rId18"/>
    <p:sldId id="265" r:id="rId19"/>
    <p:sldId id="283" r:id="rId20"/>
    <p:sldId id="266" r:id="rId21"/>
    <p:sldId id="267" r:id="rId22"/>
    <p:sldId id="277" r:id="rId23"/>
    <p:sldId id="278" r:id="rId24"/>
    <p:sldId id="259" r:id="rId25"/>
    <p:sldId id="268" r:id="rId26"/>
    <p:sldId id="269" r:id="rId27"/>
    <p:sldId id="270" r:id="rId28"/>
    <p:sldId id="271" r:id="rId29"/>
    <p:sldId id="272" r:id="rId30"/>
    <p:sldId id="27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6102" autoAdjust="0"/>
    <p:restoredTop sz="94660"/>
  </p:normalViewPr>
  <p:slideViewPr>
    <p:cSldViewPr snapToGrid="0">
      <p:cViewPr varScale="1">
        <p:scale>
          <a:sx n="74" d="100"/>
          <a:sy n="74" d="100"/>
        </p:scale>
        <p:origin x="7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A45F1E-6CEB-4972-B471-6E58B8E5FBA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991441E-0FA2-45E9-A58E-72EDE03D298D}">
      <dgm:prSet/>
      <dgm:spPr/>
      <dgm:t>
        <a:bodyPr/>
        <a:lstStyle/>
        <a:p>
          <a:r>
            <a:rPr lang="en-US" b="0" i="0" baseline="0"/>
            <a:t>The model is trained over multiple epochs to learn patterns from the training data.</a:t>
          </a:r>
          <a:endParaRPr lang="en-US"/>
        </a:p>
      </dgm:t>
    </dgm:pt>
    <dgm:pt modelId="{7CEA0E16-1DF4-43BA-ABD8-561DDA0D0C44}" type="parTrans" cxnId="{A6742A79-3F05-4438-A6DF-5B6D369E7566}">
      <dgm:prSet/>
      <dgm:spPr/>
      <dgm:t>
        <a:bodyPr/>
        <a:lstStyle/>
        <a:p>
          <a:endParaRPr lang="en-US"/>
        </a:p>
      </dgm:t>
    </dgm:pt>
    <dgm:pt modelId="{E217FC5E-A7AD-42D6-8E4E-2C8C18512370}" type="sibTrans" cxnId="{A6742A79-3F05-4438-A6DF-5B6D369E7566}">
      <dgm:prSet/>
      <dgm:spPr/>
      <dgm:t>
        <a:bodyPr/>
        <a:lstStyle/>
        <a:p>
          <a:endParaRPr lang="en-US"/>
        </a:p>
      </dgm:t>
    </dgm:pt>
    <dgm:pt modelId="{469D131F-D363-46AF-A7D6-6EEFD2AF2367}">
      <dgm:prSet/>
      <dgm:spPr/>
      <dgm:t>
        <a:bodyPr/>
        <a:lstStyle/>
        <a:p>
          <a:r>
            <a:rPr lang="en-US" b="0" i="0" baseline="0"/>
            <a:t>After each epoch, training accuracy and loss are recorded to monitor learning progress.</a:t>
          </a:r>
          <a:endParaRPr lang="en-US"/>
        </a:p>
      </dgm:t>
    </dgm:pt>
    <dgm:pt modelId="{A5771FD6-D633-440F-9975-FD955A165CC6}" type="parTrans" cxnId="{8019CF5E-3042-4B31-9512-40002C7D432B}">
      <dgm:prSet/>
      <dgm:spPr/>
      <dgm:t>
        <a:bodyPr/>
        <a:lstStyle/>
        <a:p>
          <a:endParaRPr lang="en-US"/>
        </a:p>
      </dgm:t>
    </dgm:pt>
    <dgm:pt modelId="{CB48DD6F-39F0-4676-A280-36A3CF059AE5}" type="sibTrans" cxnId="{8019CF5E-3042-4B31-9512-40002C7D432B}">
      <dgm:prSet/>
      <dgm:spPr/>
      <dgm:t>
        <a:bodyPr/>
        <a:lstStyle/>
        <a:p>
          <a:endParaRPr lang="en-US"/>
        </a:p>
      </dgm:t>
    </dgm:pt>
    <dgm:pt modelId="{B7D65803-FF09-47E9-B941-626D04163477}">
      <dgm:prSet/>
      <dgm:spPr/>
      <dgm:t>
        <a:bodyPr/>
        <a:lstStyle/>
        <a:p>
          <a:r>
            <a:rPr lang="en-US" b="0" i="0" baseline="0"/>
            <a:t>The model is also evaluated on a separate test dataset to assess generalization performance.</a:t>
          </a:r>
          <a:endParaRPr lang="en-US"/>
        </a:p>
      </dgm:t>
    </dgm:pt>
    <dgm:pt modelId="{5C52EDAC-D125-42C0-8294-912582BC65C0}" type="parTrans" cxnId="{4D729F0D-C1DD-4A89-B31C-B8EBCC1D6BE5}">
      <dgm:prSet/>
      <dgm:spPr/>
      <dgm:t>
        <a:bodyPr/>
        <a:lstStyle/>
        <a:p>
          <a:endParaRPr lang="en-US"/>
        </a:p>
      </dgm:t>
    </dgm:pt>
    <dgm:pt modelId="{E0EDA9F9-D13F-44D4-AF5A-E0E356AB188F}" type="sibTrans" cxnId="{4D729F0D-C1DD-4A89-B31C-B8EBCC1D6BE5}">
      <dgm:prSet/>
      <dgm:spPr/>
      <dgm:t>
        <a:bodyPr/>
        <a:lstStyle/>
        <a:p>
          <a:endParaRPr lang="en-US"/>
        </a:p>
      </dgm:t>
    </dgm:pt>
    <dgm:pt modelId="{1E9F17FC-CF52-42A5-A083-6B64977D078A}">
      <dgm:prSet/>
      <dgm:spPr/>
      <dgm:t>
        <a:bodyPr/>
        <a:lstStyle/>
        <a:p>
          <a:r>
            <a:rPr lang="en-US" b="0" i="0" baseline="0"/>
            <a:t>Accuracy and loss values are stored after each epoch to visualize performance trends.</a:t>
          </a:r>
          <a:endParaRPr lang="en-US"/>
        </a:p>
      </dgm:t>
    </dgm:pt>
    <dgm:pt modelId="{E7A995A3-3A29-41AC-9CC1-4B9701F13769}" type="parTrans" cxnId="{46E9AA99-E15D-46DF-A2D3-2C58A3F9B0CA}">
      <dgm:prSet/>
      <dgm:spPr/>
      <dgm:t>
        <a:bodyPr/>
        <a:lstStyle/>
        <a:p>
          <a:endParaRPr lang="en-US"/>
        </a:p>
      </dgm:t>
    </dgm:pt>
    <dgm:pt modelId="{CD6FF851-33DC-4AC9-B962-8149E7238F9C}" type="sibTrans" cxnId="{46E9AA99-E15D-46DF-A2D3-2C58A3F9B0CA}">
      <dgm:prSet/>
      <dgm:spPr/>
      <dgm:t>
        <a:bodyPr/>
        <a:lstStyle/>
        <a:p>
          <a:endParaRPr lang="en-US"/>
        </a:p>
      </dgm:t>
    </dgm:pt>
    <dgm:pt modelId="{28426CD4-715D-4CD8-82B0-8C500B7BC7BA}">
      <dgm:prSet/>
      <dgm:spPr/>
      <dgm:t>
        <a:bodyPr/>
        <a:lstStyle/>
        <a:p>
          <a:r>
            <a:rPr lang="en-US" b="0" i="0" baseline="0"/>
            <a:t>This helps in identifying overfitting, underfitting, or the need for more epochs.</a:t>
          </a:r>
          <a:endParaRPr lang="en-US"/>
        </a:p>
      </dgm:t>
    </dgm:pt>
    <dgm:pt modelId="{CC1BB4DB-05F0-4620-9CB6-41C2023D4161}" type="parTrans" cxnId="{739D5D54-A7D3-499D-9313-204FF38B6E3F}">
      <dgm:prSet/>
      <dgm:spPr/>
      <dgm:t>
        <a:bodyPr/>
        <a:lstStyle/>
        <a:p>
          <a:endParaRPr lang="en-US"/>
        </a:p>
      </dgm:t>
    </dgm:pt>
    <dgm:pt modelId="{22FDB71F-2056-4648-BD22-BFA5AAE7288D}" type="sibTrans" cxnId="{739D5D54-A7D3-499D-9313-204FF38B6E3F}">
      <dgm:prSet/>
      <dgm:spPr/>
      <dgm:t>
        <a:bodyPr/>
        <a:lstStyle/>
        <a:p>
          <a:endParaRPr lang="en-US"/>
        </a:p>
      </dgm:t>
    </dgm:pt>
    <dgm:pt modelId="{769F5BDD-9800-4579-8379-01F710D8602C}" type="pres">
      <dgm:prSet presAssocID="{79A45F1E-6CEB-4972-B471-6E58B8E5FBAD}" presName="root" presStyleCnt="0">
        <dgm:presLayoutVars>
          <dgm:dir/>
          <dgm:resizeHandles val="exact"/>
        </dgm:presLayoutVars>
      </dgm:prSet>
      <dgm:spPr/>
    </dgm:pt>
    <dgm:pt modelId="{D65AA6FD-5872-4F6D-8BA2-0172E0D3212E}" type="pres">
      <dgm:prSet presAssocID="{B991441E-0FA2-45E9-A58E-72EDE03D298D}" presName="compNode" presStyleCnt="0"/>
      <dgm:spPr/>
    </dgm:pt>
    <dgm:pt modelId="{520F463A-15FB-4C61-8D3E-54FCEE5C4006}" type="pres">
      <dgm:prSet presAssocID="{B991441E-0FA2-45E9-A58E-72EDE03D298D}" presName="bgRect" presStyleLbl="bgShp" presStyleIdx="0" presStyleCnt="5"/>
      <dgm:spPr/>
    </dgm:pt>
    <dgm:pt modelId="{29540B2E-7012-47F8-A97B-E8DBF90CA639}" type="pres">
      <dgm:prSet presAssocID="{B991441E-0FA2-45E9-A58E-72EDE03D298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159C110F-081B-4A4C-ABE3-54A703223894}" type="pres">
      <dgm:prSet presAssocID="{B991441E-0FA2-45E9-A58E-72EDE03D298D}" presName="spaceRect" presStyleCnt="0"/>
      <dgm:spPr/>
    </dgm:pt>
    <dgm:pt modelId="{898B36E8-2CA6-4F98-80E1-A685362C7FC8}" type="pres">
      <dgm:prSet presAssocID="{B991441E-0FA2-45E9-A58E-72EDE03D298D}" presName="parTx" presStyleLbl="revTx" presStyleIdx="0" presStyleCnt="5">
        <dgm:presLayoutVars>
          <dgm:chMax val="0"/>
          <dgm:chPref val="0"/>
        </dgm:presLayoutVars>
      </dgm:prSet>
      <dgm:spPr/>
    </dgm:pt>
    <dgm:pt modelId="{C6A570B4-5161-4076-8CBD-A2F084F20E36}" type="pres">
      <dgm:prSet presAssocID="{E217FC5E-A7AD-42D6-8E4E-2C8C18512370}" presName="sibTrans" presStyleCnt="0"/>
      <dgm:spPr/>
    </dgm:pt>
    <dgm:pt modelId="{CEBE79DB-815F-4ADC-95B5-7352CA0E3122}" type="pres">
      <dgm:prSet presAssocID="{469D131F-D363-46AF-A7D6-6EEFD2AF2367}" presName="compNode" presStyleCnt="0"/>
      <dgm:spPr/>
    </dgm:pt>
    <dgm:pt modelId="{45EAB119-1531-407C-AD96-6CF6B325C2CA}" type="pres">
      <dgm:prSet presAssocID="{469D131F-D363-46AF-A7D6-6EEFD2AF2367}" presName="bgRect" presStyleLbl="bgShp" presStyleIdx="1" presStyleCnt="5"/>
      <dgm:spPr/>
    </dgm:pt>
    <dgm:pt modelId="{D6FCB4A7-66CA-4AB8-B9AC-0A3ADBED9394}" type="pres">
      <dgm:prSet presAssocID="{469D131F-D363-46AF-A7D6-6EEFD2AF236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ext>
      </dgm:extLst>
    </dgm:pt>
    <dgm:pt modelId="{334B9776-90B3-4057-9008-0C448ECE5DDD}" type="pres">
      <dgm:prSet presAssocID="{469D131F-D363-46AF-A7D6-6EEFD2AF2367}" presName="spaceRect" presStyleCnt="0"/>
      <dgm:spPr/>
    </dgm:pt>
    <dgm:pt modelId="{4B7E5685-E8AD-4F8E-BB08-35A10EA929CD}" type="pres">
      <dgm:prSet presAssocID="{469D131F-D363-46AF-A7D6-6EEFD2AF2367}" presName="parTx" presStyleLbl="revTx" presStyleIdx="1" presStyleCnt="5">
        <dgm:presLayoutVars>
          <dgm:chMax val="0"/>
          <dgm:chPref val="0"/>
        </dgm:presLayoutVars>
      </dgm:prSet>
      <dgm:spPr/>
    </dgm:pt>
    <dgm:pt modelId="{A50842D6-7663-4565-98BC-E7EFFA76A3FC}" type="pres">
      <dgm:prSet presAssocID="{CB48DD6F-39F0-4676-A280-36A3CF059AE5}" presName="sibTrans" presStyleCnt="0"/>
      <dgm:spPr/>
    </dgm:pt>
    <dgm:pt modelId="{B831AE65-BB98-4E92-8316-C2DA568E067F}" type="pres">
      <dgm:prSet presAssocID="{B7D65803-FF09-47E9-B941-626D04163477}" presName="compNode" presStyleCnt="0"/>
      <dgm:spPr/>
    </dgm:pt>
    <dgm:pt modelId="{AFAF0AD5-E0E3-4779-9B26-337609F76223}" type="pres">
      <dgm:prSet presAssocID="{B7D65803-FF09-47E9-B941-626D04163477}" presName="bgRect" presStyleLbl="bgShp" presStyleIdx="2" presStyleCnt="5"/>
      <dgm:spPr/>
    </dgm:pt>
    <dgm:pt modelId="{57068AD1-FBA1-4A36-BF3F-F33A56C5E797}" type="pres">
      <dgm:prSet presAssocID="{B7D65803-FF09-47E9-B941-626D0416347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2F0F8795-8611-433E-8D39-7418711C06B1}" type="pres">
      <dgm:prSet presAssocID="{B7D65803-FF09-47E9-B941-626D04163477}" presName="spaceRect" presStyleCnt="0"/>
      <dgm:spPr/>
    </dgm:pt>
    <dgm:pt modelId="{CDB146CC-6F77-43EE-A657-F5DBDE5C6270}" type="pres">
      <dgm:prSet presAssocID="{B7D65803-FF09-47E9-B941-626D04163477}" presName="parTx" presStyleLbl="revTx" presStyleIdx="2" presStyleCnt="5">
        <dgm:presLayoutVars>
          <dgm:chMax val="0"/>
          <dgm:chPref val="0"/>
        </dgm:presLayoutVars>
      </dgm:prSet>
      <dgm:spPr/>
    </dgm:pt>
    <dgm:pt modelId="{2A56691D-23AB-4583-87F1-FA8AA978897C}" type="pres">
      <dgm:prSet presAssocID="{E0EDA9F9-D13F-44D4-AF5A-E0E356AB188F}" presName="sibTrans" presStyleCnt="0"/>
      <dgm:spPr/>
    </dgm:pt>
    <dgm:pt modelId="{FBD11837-E750-432B-AFCE-8DB73A6F092E}" type="pres">
      <dgm:prSet presAssocID="{1E9F17FC-CF52-42A5-A083-6B64977D078A}" presName="compNode" presStyleCnt="0"/>
      <dgm:spPr/>
    </dgm:pt>
    <dgm:pt modelId="{FB002F55-54BD-42B2-BFDF-0259419061DA}" type="pres">
      <dgm:prSet presAssocID="{1E9F17FC-CF52-42A5-A083-6B64977D078A}" presName="bgRect" presStyleLbl="bgShp" presStyleIdx="3" presStyleCnt="5"/>
      <dgm:spPr/>
    </dgm:pt>
    <dgm:pt modelId="{62ECC041-B137-44D2-A885-CDB5203FB416}" type="pres">
      <dgm:prSet presAssocID="{1E9F17FC-CF52-42A5-A083-6B64977D078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5FADD507-0A3C-41BF-B122-DE8F6A55BAB1}" type="pres">
      <dgm:prSet presAssocID="{1E9F17FC-CF52-42A5-A083-6B64977D078A}" presName="spaceRect" presStyleCnt="0"/>
      <dgm:spPr/>
    </dgm:pt>
    <dgm:pt modelId="{F6D7C4BD-9764-4E78-978C-D6E64908440A}" type="pres">
      <dgm:prSet presAssocID="{1E9F17FC-CF52-42A5-A083-6B64977D078A}" presName="parTx" presStyleLbl="revTx" presStyleIdx="3" presStyleCnt="5">
        <dgm:presLayoutVars>
          <dgm:chMax val="0"/>
          <dgm:chPref val="0"/>
        </dgm:presLayoutVars>
      </dgm:prSet>
      <dgm:spPr/>
    </dgm:pt>
    <dgm:pt modelId="{6BEE122E-5438-48B7-8099-0E716D172E42}" type="pres">
      <dgm:prSet presAssocID="{CD6FF851-33DC-4AC9-B962-8149E7238F9C}" presName="sibTrans" presStyleCnt="0"/>
      <dgm:spPr/>
    </dgm:pt>
    <dgm:pt modelId="{F39832FE-A775-4B60-A661-C607F0342065}" type="pres">
      <dgm:prSet presAssocID="{28426CD4-715D-4CD8-82B0-8C500B7BC7BA}" presName="compNode" presStyleCnt="0"/>
      <dgm:spPr/>
    </dgm:pt>
    <dgm:pt modelId="{C44934D1-C960-4D11-BB80-27EC401CAE88}" type="pres">
      <dgm:prSet presAssocID="{28426CD4-715D-4CD8-82B0-8C500B7BC7BA}" presName="bgRect" presStyleLbl="bgShp" presStyleIdx="4" presStyleCnt="5"/>
      <dgm:spPr/>
    </dgm:pt>
    <dgm:pt modelId="{103D883F-A3AD-41F6-B305-D7E1896934E7}" type="pres">
      <dgm:prSet presAssocID="{28426CD4-715D-4CD8-82B0-8C500B7BC7B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cientist"/>
        </a:ext>
      </dgm:extLst>
    </dgm:pt>
    <dgm:pt modelId="{33668838-AA6D-4480-BAAE-1A5A5B35811D}" type="pres">
      <dgm:prSet presAssocID="{28426CD4-715D-4CD8-82B0-8C500B7BC7BA}" presName="spaceRect" presStyleCnt="0"/>
      <dgm:spPr/>
    </dgm:pt>
    <dgm:pt modelId="{A4929637-314B-444D-B421-0E75DD95A1C3}" type="pres">
      <dgm:prSet presAssocID="{28426CD4-715D-4CD8-82B0-8C500B7BC7BA}" presName="parTx" presStyleLbl="revTx" presStyleIdx="4" presStyleCnt="5">
        <dgm:presLayoutVars>
          <dgm:chMax val="0"/>
          <dgm:chPref val="0"/>
        </dgm:presLayoutVars>
      </dgm:prSet>
      <dgm:spPr/>
    </dgm:pt>
  </dgm:ptLst>
  <dgm:cxnLst>
    <dgm:cxn modelId="{CA40DD01-EE5C-40D9-AEE1-98BDBF3C0F05}" type="presOf" srcId="{B7D65803-FF09-47E9-B941-626D04163477}" destId="{CDB146CC-6F77-43EE-A657-F5DBDE5C6270}" srcOrd="0" destOrd="0" presId="urn:microsoft.com/office/officeart/2018/2/layout/IconVerticalSolidList"/>
    <dgm:cxn modelId="{B73C9B05-934B-48ED-9A06-7923DD1903F3}" type="presOf" srcId="{469D131F-D363-46AF-A7D6-6EEFD2AF2367}" destId="{4B7E5685-E8AD-4F8E-BB08-35A10EA929CD}" srcOrd="0" destOrd="0" presId="urn:microsoft.com/office/officeart/2018/2/layout/IconVerticalSolidList"/>
    <dgm:cxn modelId="{4D729F0D-C1DD-4A89-B31C-B8EBCC1D6BE5}" srcId="{79A45F1E-6CEB-4972-B471-6E58B8E5FBAD}" destId="{B7D65803-FF09-47E9-B941-626D04163477}" srcOrd="2" destOrd="0" parTransId="{5C52EDAC-D125-42C0-8294-912582BC65C0}" sibTransId="{E0EDA9F9-D13F-44D4-AF5A-E0E356AB188F}"/>
    <dgm:cxn modelId="{8019CF5E-3042-4B31-9512-40002C7D432B}" srcId="{79A45F1E-6CEB-4972-B471-6E58B8E5FBAD}" destId="{469D131F-D363-46AF-A7D6-6EEFD2AF2367}" srcOrd="1" destOrd="0" parTransId="{A5771FD6-D633-440F-9975-FD955A165CC6}" sibTransId="{CB48DD6F-39F0-4676-A280-36A3CF059AE5}"/>
    <dgm:cxn modelId="{9D80DE4E-E705-4EB5-B825-8B7AB3785DFF}" type="presOf" srcId="{28426CD4-715D-4CD8-82B0-8C500B7BC7BA}" destId="{A4929637-314B-444D-B421-0E75DD95A1C3}" srcOrd="0" destOrd="0" presId="urn:microsoft.com/office/officeart/2018/2/layout/IconVerticalSolidList"/>
    <dgm:cxn modelId="{739D5D54-A7D3-499D-9313-204FF38B6E3F}" srcId="{79A45F1E-6CEB-4972-B471-6E58B8E5FBAD}" destId="{28426CD4-715D-4CD8-82B0-8C500B7BC7BA}" srcOrd="4" destOrd="0" parTransId="{CC1BB4DB-05F0-4620-9CB6-41C2023D4161}" sibTransId="{22FDB71F-2056-4648-BD22-BFA5AAE7288D}"/>
    <dgm:cxn modelId="{A6742A79-3F05-4438-A6DF-5B6D369E7566}" srcId="{79A45F1E-6CEB-4972-B471-6E58B8E5FBAD}" destId="{B991441E-0FA2-45E9-A58E-72EDE03D298D}" srcOrd="0" destOrd="0" parTransId="{7CEA0E16-1DF4-43BA-ABD8-561DDA0D0C44}" sibTransId="{E217FC5E-A7AD-42D6-8E4E-2C8C18512370}"/>
    <dgm:cxn modelId="{64823E81-3914-4833-9124-92C4BB2CC63B}" type="presOf" srcId="{79A45F1E-6CEB-4972-B471-6E58B8E5FBAD}" destId="{769F5BDD-9800-4579-8379-01F710D8602C}" srcOrd="0" destOrd="0" presId="urn:microsoft.com/office/officeart/2018/2/layout/IconVerticalSolidList"/>
    <dgm:cxn modelId="{7CD2AD91-5911-499A-844D-00805D162983}" type="presOf" srcId="{B991441E-0FA2-45E9-A58E-72EDE03D298D}" destId="{898B36E8-2CA6-4F98-80E1-A685362C7FC8}" srcOrd="0" destOrd="0" presId="urn:microsoft.com/office/officeart/2018/2/layout/IconVerticalSolidList"/>
    <dgm:cxn modelId="{46E9AA99-E15D-46DF-A2D3-2C58A3F9B0CA}" srcId="{79A45F1E-6CEB-4972-B471-6E58B8E5FBAD}" destId="{1E9F17FC-CF52-42A5-A083-6B64977D078A}" srcOrd="3" destOrd="0" parTransId="{E7A995A3-3A29-41AC-9CC1-4B9701F13769}" sibTransId="{CD6FF851-33DC-4AC9-B962-8149E7238F9C}"/>
    <dgm:cxn modelId="{F0C9B3E7-752F-46D0-878E-9D8ED6CB8962}" type="presOf" srcId="{1E9F17FC-CF52-42A5-A083-6B64977D078A}" destId="{F6D7C4BD-9764-4E78-978C-D6E64908440A}" srcOrd="0" destOrd="0" presId="urn:microsoft.com/office/officeart/2018/2/layout/IconVerticalSolidList"/>
    <dgm:cxn modelId="{8CD85053-E6A6-4B60-8E97-D2057A50AF71}" type="presParOf" srcId="{769F5BDD-9800-4579-8379-01F710D8602C}" destId="{D65AA6FD-5872-4F6D-8BA2-0172E0D3212E}" srcOrd="0" destOrd="0" presId="urn:microsoft.com/office/officeart/2018/2/layout/IconVerticalSolidList"/>
    <dgm:cxn modelId="{BC3322F4-B4D9-47BF-9A85-5F77CB6C8EBB}" type="presParOf" srcId="{D65AA6FD-5872-4F6D-8BA2-0172E0D3212E}" destId="{520F463A-15FB-4C61-8D3E-54FCEE5C4006}" srcOrd="0" destOrd="0" presId="urn:microsoft.com/office/officeart/2018/2/layout/IconVerticalSolidList"/>
    <dgm:cxn modelId="{1C1E8351-B7F4-4B4C-A146-2587D26B5933}" type="presParOf" srcId="{D65AA6FD-5872-4F6D-8BA2-0172E0D3212E}" destId="{29540B2E-7012-47F8-A97B-E8DBF90CA639}" srcOrd="1" destOrd="0" presId="urn:microsoft.com/office/officeart/2018/2/layout/IconVerticalSolidList"/>
    <dgm:cxn modelId="{B7D12A09-12E4-4EFD-AE16-57EA78FC8546}" type="presParOf" srcId="{D65AA6FD-5872-4F6D-8BA2-0172E0D3212E}" destId="{159C110F-081B-4A4C-ABE3-54A703223894}" srcOrd="2" destOrd="0" presId="urn:microsoft.com/office/officeart/2018/2/layout/IconVerticalSolidList"/>
    <dgm:cxn modelId="{19109079-F2F5-477E-8F73-5EA0AD725AE0}" type="presParOf" srcId="{D65AA6FD-5872-4F6D-8BA2-0172E0D3212E}" destId="{898B36E8-2CA6-4F98-80E1-A685362C7FC8}" srcOrd="3" destOrd="0" presId="urn:microsoft.com/office/officeart/2018/2/layout/IconVerticalSolidList"/>
    <dgm:cxn modelId="{79DCF217-D4CB-451D-81A9-3EE3D3E4DAEB}" type="presParOf" srcId="{769F5BDD-9800-4579-8379-01F710D8602C}" destId="{C6A570B4-5161-4076-8CBD-A2F084F20E36}" srcOrd="1" destOrd="0" presId="urn:microsoft.com/office/officeart/2018/2/layout/IconVerticalSolidList"/>
    <dgm:cxn modelId="{873C9BB5-7B4E-4327-8344-F9E9A8CC1AE2}" type="presParOf" srcId="{769F5BDD-9800-4579-8379-01F710D8602C}" destId="{CEBE79DB-815F-4ADC-95B5-7352CA0E3122}" srcOrd="2" destOrd="0" presId="urn:microsoft.com/office/officeart/2018/2/layout/IconVerticalSolidList"/>
    <dgm:cxn modelId="{A1A4A75E-37DB-4F09-902B-A0AE67119C6F}" type="presParOf" srcId="{CEBE79DB-815F-4ADC-95B5-7352CA0E3122}" destId="{45EAB119-1531-407C-AD96-6CF6B325C2CA}" srcOrd="0" destOrd="0" presId="urn:microsoft.com/office/officeart/2018/2/layout/IconVerticalSolidList"/>
    <dgm:cxn modelId="{8C33F80D-8F9A-47DB-BC07-1BD5700E2211}" type="presParOf" srcId="{CEBE79DB-815F-4ADC-95B5-7352CA0E3122}" destId="{D6FCB4A7-66CA-4AB8-B9AC-0A3ADBED9394}" srcOrd="1" destOrd="0" presId="urn:microsoft.com/office/officeart/2018/2/layout/IconVerticalSolidList"/>
    <dgm:cxn modelId="{B6033CEC-091E-487C-B656-638DEE60C2FA}" type="presParOf" srcId="{CEBE79DB-815F-4ADC-95B5-7352CA0E3122}" destId="{334B9776-90B3-4057-9008-0C448ECE5DDD}" srcOrd="2" destOrd="0" presId="urn:microsoft.com/office/officeart/2018/2/layout/IconVerticalSolidList"/>
    <dgm:cxn modelId="{FCCB6348-9D56-4B0B-B237-4FD9FE294DD3}" type="presParOf" srcId="{CEBE79DB-815F-4ADC-95B5-7352CA0E3122}" destId="{4B7E5685-E8AD-4F8E-BB08-35A10EA929CD}" srcOrd="3" destOrd="0" presId="urn:microsoft.com/office/officeart/2018/2/layout/IconVerticalSolidList"/>
    <dgm:cxn modelId="{6AF31A28-F0BD-4580-B9BF-BBF20386AD3D}" type="presParOf" srcId="{769F5BDD-9800-4579-8379-01F710D8602C}" destId="{A50842D6-7663-4565-98BC-E7EFFA76A3FC}" srcOrd="3" destOrd="0" presId="urn:microsoft.com/office/officeart/2018/2/layout/IconVerticalSolidList"/>
    <dgm:cxn modelId="{1411CF18-67AE-4446-876B-3F4069403B77}" type="presParOf" srcId="{769F5BDD-9800-4579-8379-01F710D8602C}" destId="{B831AE65-BB98-4E92-8316-C2DA568E067F}" srcOrd="4" destOrd="0" presId="urn:microsoft.com/office/officeart/2018/2/layout/IconVerticalSolidList"/>
    <dgm:cxn modelId="{6D5A6376-B9A6-47FC-8B42-4D4C05AB6511}" type="presParOf" srcId="{B831AE65-BB98-4E92-8316-C2DA568E067F}" destId="{AFAF0AD5-E0E3-4779-9B26-337609F76223}" srcOrd="0" destOrd="0" presId="urn:microsoft.com/office/officeart/2018/2/layout/IconVerticalSolidList"/>
    <dgm:cxn modelId="{AB8E41FE-000B-42C9-A1F4-C29422AAE72D}" type="presParOf" srcId="{B831AE65-BB98-4E92-8316-C2DA568E067F}" destId="{57068AD1-FBA1-4A36-BF3F-F33A56C5E797}" srcOrd="1" destOrd="0" presId="urn:microsoft.com/office/officeart/2018/2/layout/IconVerticalSolidList"/>
    <dgm:cxn modelId="{B14F4B0E-12E3-499D-BC68-706F578A262A}" type="presParOf" srcId="{B831AE65-BB98-4E92-8316-C2DA568E067F}" destId="{2F0F8795-8611-433E-8D39-7418711C06B1}" srcOrd="2" destOrd="0" presId="urn:microsoft.com/office/officeart/2018/2/layout/IconVerticalSolidList"/>
    <dgm:cxn modelId="{BC24D834-0555-43D0-BADF-5074DE3722BA}" type="presParOf" srcId="{B831AE65-BB98-4E92-8316-C2DA568E067F}" destId="{CDB146CC-6F77-43EE-A657-F5DBDE5C6270}" srcOrd="3" destOrd="0" presId="urn:microsoft.com/office/officeart/2018/2/layout/IconVerticalSolidList"/>
    <dgm:cxn modelId="{7AE14B3C-BB91-4E12-81AB-A6041BB31AFC}" type="presParOf" srcId="{769F5BDD-9800-4579-8379-01F710D8602C}" destId="{2A56691D-23AB-4583-87F1-FA8AA978897C}" srcOrd="5" destOrd="0" presId="urn:microsoft.com/office/officeart/2018/2/layout/IconVerticalSolidList"/>
    <dgm:cxn modelId="{B2F7294A-9BF8-4693-A367-CE9FCECDD1E3}" type="presParOf" srcId="{769F5BDD-9800-4579-8379-01F710D8602C}" destId="{FBD11837-E750-432B-AFCE-8DB73A6F092E}" srcOrd="6" destOrd="0" presId="urn:microsoft.com/office/officeart/2018/2/layout/IconVerticalSolidList"/>
    <dgm:cxn modelId="{62B00044-52DF-4A12-AF86-EF985D0FE3F2}" type="presParOf" srcId="{FBD11837-E750-432B-AFCE-8DB73A6F092E}" destId="{FB002F55-54BD-42B2-BFDF-0259419061DA}" srcOrd="0" destOrd="0" presId="urn:microsoft.com/office/officeart/2018/2/layout/IconVerticalSolidList"/>
    <dgm:cxn modelId="{30491B99-3D80-438D-B77E-6494131D44B0}" type="presParOf" srcId="{FBD11837-E750-432B-AFCE-8DB73A6F092E}" destId="{62ECC041-B137-44D2-A885-CDB5203FB416}" srcOrd="1" destOrd="0" presId="urn:microsoft.com/office/officeart/2018/2/layout/IconVerticalSolidList"/>
    <dgm:cxn modelId="{D271C16A-4C44-4636-8402-116215ABEA4C}" type="presParOf" srcId="{FBD11837-E750-432B-AFCE-8DB73A6F092E}" destId="{5FADD507-0A3C-41BF-B122-DE8F6A55BAB1}" srcOrd="2" destOrd="0" presId="urn:microsoft.com/office/officeart/2018/2/layout/IconVerticalSolidList"/>
    <dgm:cxn modelId="{C0C90069-A9EB-412E-AB81-24D49334721F}" type="presParOf" srcId="{FBD11837-E750-432B-AFCE-8DB73A6F092E}" destId="{F6D7C4BD-9764-4E78-978C-D6E64908440A}" srcOrd="3" destOrd="0" presId="urn:microsoft.com/office/officeart/2018/2/layout/IconVerticalSolidList"/>
    <dgm:cxn modelId="{DD6D34D1-F2A8-44AF-BAE3-3FBD21F871BC}" type="presParOf" srcId="{769F5BDD-9800-4579-8379-01F710D8602C}" destId="{6BEE122E-5438-48B7-8099-0E716D172E42}" srcOrd="7" destOrd="0" presId="urn:microsoft.com/office/officeart/2018/2/layout/IconVerticalSolidList"/>
    <dgm:cxn modelId="{E4B9A2DB-397F-48CD-B16C-A644B3A45E94}" type="presParOf" srcId="{769F5BDD-9800-4579-8379-01F710D8602C}" destId="{F39832FE-A775-4B60-A661-C607F0342065}" srcOrd="8" destOrd="0" presId="urn:microsoft.com/office/officeart/2018/2/layout/IconVerticalSolidList"/>
    <dgm:cxn modelId="{C635EAA8-6679-4CE3-BE3C-E8D46BB156FE}" type="presParOf" srcId="{F39832FE-A775-4B60-A661-C607F0342065}" destId="{C44934D1-C960-4D11-BB80-27EC401CAE88}" srcOrd="0" destOrd="0" presId="urn:microsoft.com/office/officeart/2018/2/layout/IconVerticalSolidList"/>
    <dgm:cxn modelId="{8167430D-F6BD-43B3-AA83-80F15CA4ADD1}" type="presParOf" srcId="{F39832FE-A775-4B60-A661-C607F0342065}" destId="{103D883F-A3AD-41F6-B305-D7E1896934E7}" srcOrd="1" destOrd="0" presId="urn:microsoft.com/office/officeart/2018/2/layout/IconVerticalSolidList"/>
    <dgm:cxn modelId="{A23FB0C6-342E-42F4-A0AE-855FAA784B48}" type="presParOf" srcId="{F39832FE-A775-4B60-A661-C607F0342065}" destId="{33668838-AA6D-4480-BAAE-1A5A5B35811D}" srcOrd="2" destOrd="0" presId="urn:microsoft.com/office/officeart/2018/2/layout/IconVerticalSolidList"/>
    <dgm:cxn modelId="{E1A5380D-5986-4E60-8BEF-797A1B3E9BAA}" type="presParOf" srcId="{F39832FE-A775-4B60-A661-C607F0342065}" destId="{A4929637-314B-444D-B421-0E75DD95A1C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D5E538-F879-482B-9274-EA1BE4CF3395}" type="doc">
      <dgm:prSet loTypeId="urn:microsoft.com/office/officeart/2005/8/layout/hierarchy1" loCatId="hierarchy" qsTypeId="urn:microsoft.com/office/officeart/2005/8/quickstyle/simple1" qsCatId="simple" csTypeId="urn:microsoft.com/office/officeart/2005/8/colors/accent6_2" csCatId="accent6"/>
      <dgm:spPr/>
      <dgm:t>
        <a:bodyPr/>
        <a:lstStyle/>
        <a:p>
          <a:endParaRPr lang="en-US"/>
        </a:p>
      </dgm:t>
    </dgm:pt>
    <dgm:pt modelId="{A16EEDE5-63A3-4614-92A9-B1CCCD7E3895}">
      <dgm:prSet/>
      <dgm:spPr/>
      <dgm:t>
        <a:bodyPr/>
        <a:lstStyle/>
        <a:p>
          <a:r>
            <a:rPr lang="en-US"/>
            <a:t>Model deployment using streamlit</a:t>
          </a:r>
        </a:p>
      </dgm:t>
    </dgm:pt>
    <dgm:pt modelId="{18B46B6C-EA00-4519-82B6-B46A21AF5B77}" type="parTrans" cxnId="{6F3646AD-B816-42C2-BB76-11492777E218}">
      <dgm:prSet/>
      <dgm:spPr/>
      <dgm:t>
        <a:bodyPr/>
        <a:lstStyle/>
        <a:p>
          <a:endParaRPr lang="en-US"/>
        </a:p>
      </dgm:t>
    </dgm:pt>
    <dgm:pt modelId="{560E8EA7-EFF6-40FE-B48C-3041E9248894}" type="sibTrans" cxnId="{6F3646AD-B816-42C2-BB76-11492777E218}">
      <dgm:prSet/>
      <dgm:spPr/>
      <dgm:t>
        <a:bodyPr/>
        <a:lstStyle/>
        <a:p>
          <a:endParaRPr lang="en-US"/>
        </a:p>
      </dgm:t>
    </dgm:pt>
    <dgm:pt modelId="{C4487F61-6CA6-4D47-BAD0-53EEE4BFD509}">
      <dgm:prSet/>
      <dgm:spPr/>
      <dgm:t>
        <a:bodyPr/>
        <a:lstStyle/>
        <a:p>
          <a:r>
            <a:rPr lang="en-US" i="0" baseline="0"/>
            <a:t>Model Saved Using: model.save('agri_model.h5’) </a:t>
          </a:r>
          <a:endParaRPr lang="en-US"/>
        </a:p>
      </dgm:t>
    </dgm:pt>
    <dgm:pt modelId="{1478AAB8-CAA7-4F32-904B-33684E3A45BF}" type="parTrans" cxnId="{34B242A9-09DA-4D4F-9DF4-2F91508753A1}">
      <dgm:prSet/>
      <dgm:spPr/>
      <dgm:t>
        <a:bodyPr/>
        <a:lstStyle/>
        <a:p>
          <a:endParaRPr lang="en-US"/>
        </a:p>
      </dgm:t>
    </dgm:pt>
    <dgm:pt modelId="{E658E2E4-62AF-40C1-A352-60079D434222}" type="sibTrans" cxnId="{34B242A9-09DA-4D4F-9DF4-2F91508753A1}">
      <dgm:prSet/>
      <dgm:spPr/>
      <dgm:t>
        <a:bodyPr/>
        <a:lstStyle/>
        <a:p>
          <a:endParaRPr lang="en-US"/>
        </a:p>
      </dgm:t>
    </dgm:pt>
    <dgm:pt modelId="{185FF9F6-E243-458D-955C-8925FF228597}">
      <dgm:prSet/>
      <dgm:spPr/>
      <dgm:t>
        <a:bodyPr/>
        <a:lstStyle/>
        <a:p>
          <a:r>
            <a:rPr lang="en-US"/>
            <a:t>Deployment Tool: Streamlit – Easy-to-use Python web app framework</a:t>
          </a:r>
        </a:p>
      </dgm:t>
    </dgm:pt>
    <dgm:pt modelId="{49F9AB49-40DF-4009-ACB2-FC72FF0DD7ED}" type="parTrans" cxnId="{DDF2FBE7-606F-4E4B-B6C0-F11D96027B09}">
      <dgm:prSet/>
      <dgm:spPr/>
      <dgm:t>
        <a:bodyPr/>
        <a:lstStyle/>
        <a:p>
          <a:endParaRPr lang="en-US"/>
        </a:p>
      </dgm:t>
    </dgm:pt>
    <dgm:pt modelId="{4EB854C9-D77D-4C00-929C-9B48F055100C}" type="sibTrans" cxnId="{DDF2FBE7-606F-4E4B-B6C0-F11D96027B09}">
      <dgm:prSet/>
      <dgm:spPr/>
      <dgm:t>
        <a:bodyPr/>
        <a:lstStyle/>
        <a:p>
          <a:endParaRPr lang="en-US"/>
        </a:p>
      </dgm:t>
    </dgm:pt>
    <dgm:pt modelId="{0834C3F3-5901-41AB-92F1-9EE9EE1A1322}">
      <dgm:prSet/>
      <dgm:spPr/>
      <dgm:t>
        <a:bodyPr/>
        <a:lstStyle/>
        <a:p>
          <a:r>
            <a:rPr lang="en-IN"/>
            <a:t>App Features:</a:t>
          </a:r>
          <a:endParaRPr lang="en-US"/>
        </a:p>
      </dgm:t>
    </dgm:pt>
    <dgm:pt modelId="{A6DA6DC4-7C5A-4250-A858-59340FCC0CB4}" type="parTrans" cxnId="{131E1151-9E44-4EBE-A73D-5C90617A45EF}">
      <dgm:prSet/>
      <dgm:spPr/>
      <dgm:t>
        <a:bodyPr/>
        <a:lstStyle/>
        <a:p>
          <a:endParaRPr lang="en-US"/>
        </a:p>
      </dgm:t>
    </dgm:pt>
    <dgm:pt modelId="{FB607135-4FA3-4858-871C-9D273A33231C}" type="sibTrans" cxnId="{131E1151-9E44-4EBE-A73D-5C90617A45EF}">
      <dgm:prSet/>
      <dgm:spPr/>
      <dgm:t>
        <a:bodyPr/>
        <a:lstStyle/>
        <a:p>
          <a:endParaRPr lang="en-US"/>
        </a:p>
      </dgm:t>
    </dgm:pt>
    <dgm:pt modelId="{119294F4-2C1E-454E-9204-CF5DCB80C15B}">
      <dgm:prSet/>
      <dgm:spPr/>
      <dgm:t>
        <a:bodyPr/>
        <a:lstStyle/>
        <a:p>
          <a:r>
            <a:rPr lang="en-IN"/>
            <a:t>Upload leaf images</a:t>
          </a:r>
          <a:endParaRPr lang="en-US"/>
        </a:p>
      </dgm:t>
    </dgm:pt>
    <dgm:pt modelId="{DB9FDDF6-FC61-414F-B21D-807ED42AB55A}" type="parTrans" cxnId="{1A66C821-545C-432B-9395-0DC54C30ED42}">
      <dgm:prSet/>
      <dgm:spPr/>
      <dgm:t>
        <a:bodyPr/>
        <a:lstStyle/>
        <a:p>
          <a:endParaRPr lang="en-US"/>
        </a:p>
      </dgm:t>
    </dgm:pt>
    <dgm:pt modelId="{4FBE2E3D-9233-493D-B351-6D54127B8E63}" type="sibTrans" cxnId="{1A66C821-545C-432B-9395-0DC54C30ED42}">
      <dgm:prSet/>
      <dgm:spPr/>
      <dgm:t>
        <a:bodyPr/>
        <a:lstStyle/>
        <a:p>
          <a:endParaRPr lang="en-US"/>
        </a:p>
      </dgm:t>
    </dgm:pt>
    <dgm:pt modelId="{2171AB81-EBA9-4BCE-8476-3C620A28575D}">
      <dgm:prSet/>
      <dgm:spPr/>
      <dgm:t>
        <a:bodyPr/>
        <a:lstStyle/>
        <a:p>
          <a:r>
            <a:rPr lang="en-US"/>
            <a:t>Display prediction class and confidence</a:t>
          </a:r>
        </a:p>
      </dgm:t>
    </dgm:pt>
    <dgm:pt modelId="{D12361A1-047A-4670-AF30-FDB9FAD05A8A}" type="parTrans" cxnId="{CB8F9BF9-1793-4FA5-A312-428B5BAA61E3}">
      <dgm:prSet/>
      <dgm:spPr/>
      <dgm:t>
        <a:bodyPr/>
        <a:lstStyle/>
        <a:p>
          <a:endParaRPr lang="en-US"/>
        </a:p>
      </dgm:t>
    </dgm:pt>
    <dgm:pt modelId="{C6E3FBD1-57F7-486A-B1FD-183DD94E3159}" type="sibTrans" cxnId="{CB8F9BF9-1793-4FA5-A312-428B5BAA61E3}">
      <dgm:prSet/>
      <dgm:spPr/>
      <dgm:t>
        <a:bodyPr/>
        <a:lstStyle/>
        <a:p>
          <a:endParaRPr lang="en-US"/>
        </a:p>
      </dgm:t>
    </dgm:pt>
    <dgm:pt modelId="{313C4C0D-5DEE-4D68-BE7C-82012CEA917B}">
      <dgm:prSet/>
      <dgm:spPr/>
      <dgm:t>
        <a:bodyPr/>
        <a:lstStyle/>
        <a:p>
          <a:r>
            <a:rPr lang="en-US"/>
            <a:t>Show original and predicted label</a:t>
          </a:r>
        </a:p>
      </dgm:t>
    </dgm:pt>
    <dgm:pt modelId="{50355C91-07C3-4EB1-8CD5-1A2F51269B89}" type="parTrans" cxnId="{53622489-9441-4E9B-B0D2-0704E8B43E4D}">
      <dgm:prSet/>
      <dgm:spPr/>
      <dgm:t>
        <a:bodyPr/>
        <a:lstStyle/>
        <a:p>
          <a:endParaRPr lang="en-US"/>
        </a:p>
      </dgm:t>
    </dgm:pt>
    <dgm:pt modelId="{CB4D8AE1-4603-4BFF-8830-D06DBC499241}" type="sibTrans" cxnId="{53622489-9441-4E9B-B0D2-0704E8B43E4D}">
      <dgm:prSet/>
      <dgm:spPr/>
      <dgm:t>
        <a:bodyPr/>
        <a:lstStyle/>
        <a:p>
          <a:endParaRPr lang="en-US"/>
        </a:p>
      </dgm:t>
    </dgm:pt>
    <dgm:pt modelId="{BDB4AE79-7EF1-4BED-A253-2EDC192BB19F}" type="pres">
      <dgm:prSet presAssocID="{00D5E538-F879-482B-9274-EA1BE4CF3395}" presName="hierChild1" presStyleCnt="0">
        <dgm:presLayoutVars>
          <dgm:chPref val="1"/>
          <dgm:dir/>
          <dgm:animOne val="branch"/>
          <dgm:animLvl val="lvl"/>
          <dgm:resizeHandles/>
        </dgm:presLayoutVars>
      </dgm:prSet>
      <dgm:spPr/>
    </dgm:pt>
    <dgm:pt modelId="{8A8649DF-A902-4896-A5AE-C57C21519C6E}" type="pres">
      <dgm:prSet presAssocID="{A16EEDE5-63A3-4614-92A9-B1CCCD7E3895}" presName="hierRoot1" presStyleCnt="0"/>
      <dgm:spPr/>
    </dgm:pt>
    <dgm:pt modelId="{65D2BD64-C112-435E-B28B-4C3424A1C26B}" type="pres">
      <dgm:prSet presAssocID="{A16EEDE5-63A3-4614-92A9-B1CCCD7E3895}" presName="composite" presStyleCnt="0"/>
      <dgm:spPr/>
    </dgm:pt>
    <dgm:pt modelId="{1D83590B-C157-4686-89D1-00265AE62C73}" type="pres">
      <dgm:prSet presAssocID="{A16EEDE5-63A3-4614-92A9-B1CCCD7E3895}" presName="background" presStyleLbl="node0" presStyleIdx="0" presStyleCnt="4"/>
      <dgm:spPr/>
    </dgm:pt>
    <dgm:pt modelId="{61FEBBA7-B9B7-49B9-B484-BF3E2C96D9D2}" type="pres">
      <dgm:prSet presAssocID="{A16EEDE5-63A3-4614-92A9-B1CCCD7E3895}" presName="text" presStyleLbl="fgAcc0" presStyleIdx="0" presStyleCnt="4">
        <dgm:presLayoutVars>
          <dgm:chPref val="3"/>
        </dgm:presLayoutVars>
      </dgm:prSet>
      <dgm:spPr/>
    </dgm:pt>
    <dgm:pt modelId="{76B196EE-1B15-450F-A06A-2148A62D208B}" type="pres">
      <dgm:prSet presAssocID="{A16EEDE5-63A3-4614-92A9-B1CCCD7E3895}" presName="hierChild2" presStyleCnt="0"/>
      <dgm:spPr/>
    </dgm:pt>
    <dgm:pt modelId="{F2C9EFA6-306E-4FCD-9C03-D1852D7B516E}" type="pres">
      <dgm:prSet presAssocID="{C4487F61-6CA6-4D47-BAD0-53EEE4BFD509}" presName="hierRoot1" presStyleCnt="0"/>
      <dgm:spPr/>
    </dgm:pt>
    <dgm:pt modelId="{64DD4C59-5E2D-4815-9223-62BE66A1CE86}" type="pres">
      <dgm:prSet presAssocID="{C4487F61-6CA6-4D47-BAD0-53EEE4BFD509}" presName="composite" presStyleCnt="0"/>
      <dgm:spPr/>
    </dgm:pt>
    <dgm:pt modelId="{FF103E8B-B9D5-40D3-924B-64A511633368}" type="pres">
      <dgm:prSet presAssocID="{C4487F61-6CA6-4D47-BAD0-53EEE4BFD509}" presName="background" presStyleLbl="node0" presStyleIdx="1" presStyleCnt="4"/>
      <dgm:spPr/>
    </dgm:pt>
    <dgm:pt modelId="{EAB57E88-40CC-43D6-B63D-FFE72DAB80E4}" type="pres">
      <dgm:prSet presAssocID="{C4487F61-6CA6-4D47-BAD0-53EEE4BFD509}" presName="text" presStyleLbl="fgAcc0" presStyleIdx="1" presStyleCnt="4">
        <dgm:presLayoutVars>
          <dgm:chPref val="3"/>
        </dgm:presLayoutVars>
      </dgm:prSet>
      <dgm:spPr/>
    </dgm:pt>
    <dgm:pt modelId="{1E815634-B9E1-474D-A596-229328133186}" type="pres">
      <dgm:prSet presAssocID="{C4487F61-6CA6-4D47-BAD0-53EEE4BFD509}" presName="hierChild2" presStyleCnt="0"/>
      <dgm:spPr/>
    </dgm:pt>
    <dgm:pt modelId="{9857DDCF-4D06-4280-B681-1E478B5BFFD3}" type="pres">
      <dgm:prSet presAssocID="{185FF9F6-E243-458D-955C-8925FF228597}" presName="hierRoot1" presStyleCnt="0"/>
      <dgm:spPr/>
    </dgm:pt>
    <dgm:pt modelId="{68437F92-A1BA-405C-B359-D23CAEDC7520}" type="pres">
      <dgm:prSet presAssocID="{185FF9F6-E243-458D-955C-8925FF228597}" presName="composite" presStyleCnt="0"/>
      <dgm:spPr/>
    </dgm:pt>
    <dgm:pt modelId="{DE5DE4CA-1407-4BDD-8D9D-40A88225EFDA}" type="pres">
      <dgm:prSet presAssocID="{185FF9F6-E243-458D-955C-8925FF228597}" presName="background" presStyleLbl="node0" presStyleIdx="2" presStyleCnt="4"/>
      <dgm:spPr/>
    </dgm:pt>
    <dgm:pt modelId="{C1AC5631-A46C-474F-8943-420745CA8764}" type="pres">
      <dgm:prSet presAssocID="{185FF9F6-E243-458D-955C-8925FF228597}" presName="text" presStyleLbl="fgAcc0" presStyleIdx="2" presStyleCnt="4">
        <dgm:presLayoutVars>
          <dgm:chPref val="3"/>
        </dgm:presLayoutVars>
      </dgm:prSet>
      <dgm:spPr/>
    </dgm:pt>
    <dgm:pt modelId="{05DEFE90-815E-40B4-A2DC-BB65BC9141DF}" type="pres">
      <dgm:prSet presAssocID="{185FF9F6-E243-458D-955C-8925FF228597}" presName="hierChild2" presStyleCnt="0"/>
      <dgm:spPr/>
    </dgm:pt>
    <dgm:pt modelId="{EC59C952-F63D-4E71-84FC-5C85B49B6045}" type="pres">
      <dgm:prSet presAssocID="{0834C3F3-5901-41AB-92F1-9EE9EE1A1322}" presName="hierRoot1" presStyleCnt="0"/>
      <dgm:spPr/>
    </dgm:pt>
    <dgm:pt modelId="{6F2AD017-8549-4B22-B71F-DF232F76BB97}" type="pres">
      <dgm:prSet presAssocID="{0834C3F3-5901-41AB-92F1-9EE9EE1A1322}" presName="composite" presStyleCnt="0"/>
      <dgm:spPr/>
    </dgm:pt>
    <dgm:pt modelId="{5EB687AC-6426-4E67-BC56-8B66D95BD095}" type="pres">
      <dgm:prSet presAssocID="{0834C3F3-5901-41AB-92F1-9EE9EE1A1322}" presName="background" presStyleLbl="node0" presStyleIdx="3" presStyleCnt="4"/>
      <dgm:spPr/>
    </dgm:pt>
    <dgm:pt modelId="{EE03CB7B-B26B-4D7B-B317-626140CF05BA}" type="pres">
      <dgm:prSet presAssocID="{0834C3F3-5901-41AB-92F1-9EE9EE1A1322}" presName="text" presStyleLbl="fgAcc0" presStyleIdx="3" presStyleCnt="4">
        <dgm:presLayoutVars>
          <dgm:chPref val="3"/>
        </dgm:presLayoutVars>
      </dgm:prSet>
      <dgm:spPr/>
    </dgm:pt>
    <dgm:pt modelId="{EAE1C99F-18FC-4F62-B358-FC8CDD3B2AEF}" type="pres">
      <dgm:prSet presAssocID="{0834C3F3-5901-41AB-92F1-9EE9EE1A1322}" presName="hierChild2" presStyleCnt="0"/>
      <dgm:spPr/>
    </dgm:pt>
    <dgm:pt modelId="{02A94B1B-0114-4CAE-B76F-E503B8436571}" type="pres">
      <dgm:prSet presAssocID="{DB9FDDF6-FC61-414F-B21D-807ED42AB55A}" presName="Name10" presStyleLbl="parChTrans1D2" presStyleIdx="0" presStyleCnt="3"/>
      <dgm:spPr/>
    </dgm:pt>
    <dgm:pt modelId="{36545DEA-1A5C-4572-ADE1-0CE9653C1E80}" type="pres">
      <dgm:prSet presAssocID="{119294F4-2C1E-454E-9204-CF5DCB80C15B}" presName="hierRoot2" presStyleCnt="0"/>
      <dgm:spPr/>
    </dgm:pt>
    <dgm:pt modelId="{A56CAFAE-3EA6-47DB-A66A-BEE9D39FE6B0}" type="pres">
      <dgm:prSet presAssocID="{119294F4-2C1E-454E-9204-CF5DCB80C15B}" presName="composite2" presStyleCnt="0"/>
      <dgm:spPr/>
    </dgm:pt>
    <dgm:pt modelId="{EF09BD87-D4E5-4E95-96F3-015481DCC795}" type="pres">
      <dgm:prSet presAssocID="{119294F4-2C1E-454E-9204-CF5DCB80C15B}" presName="background2" presStyleLbl="node2" presStyleIdx="0" presStyleCnt="3"/>
      <dgm:spPr/>
    </dgm:pt>
    <dgm:pt modelId="{D8785D65-1E14-4A1E-9811-4C0FF17500EC}" type="pres">
      <dgm:prSet presAssocID="{119294F4-2C1E-454E-9204-CF5DCB80C15B}" presName="text2" presStyleLbl="fgAcc2" presStyleIdx="0" presStyleCnt="3">
        <dgm:presLayoutVars>
          <dgm:chPref val="3"/>
        </dgm:presLayoutVars>
      </dgm:prSet>
      <dgm:spPr/>
    </dgm:pt>
    <dgm:pt modelId="{511B899E-B229-40CA-ACC7-410573FF46E3}" type="pres">
      <dgm:prSet presAssocID="{119294F4-2C1E-454E-9204-CF5DCB80C15B}" presName="hierChild3" presStyleCnt="0"/>
      <dgm:spPr/>
    </dgm:pt>
    <dgm:pt modelId="{FA027F13-B358-4DC0-88A4-8F82E6043B13}" type="pres">
      <dgm:prSet presAssocID="{D12361A1-047A-4670-AF30-FDB9FAD05A8A}" presName="Name10" presStyleLbl="parChTrans1D2" presStyleIdx="1" presStyleCnt="3"/>
      <dgm:spPr/>
    </dgm:pt>
    <dgm:pt modelId="{D89556F0-153D-45CA-A87F-A5973D9C1CA4}" type="pres">
      <dgm:prSet presAssocID="{2171AB81-EBA9-4BCE-8476-3C620A28575D}" presName="hierRoot2" presStyleCnt="0"/>
      <dgm:spPr/>
    </dgm:pt>
    <dgm:pt modelId="{5751E2F7-1E75-4DB7-97CE-B597DB1DBBC8}" type="pres">
      <dgm:prSet presAssocID="{2171AB81-EBA9-4BCE-8476-3C620A28575D}" presName="composite2" presStyleCnt="0"/>
      <dgm:spPr/>
    </dgm:pt>
    <dgm:pt modelId="{FC98B89A-B39D-4970-9EA8-D6AAF0009204}" type="pres">
      <dgm:prSet presAssocID="{2171AB81-EBA9-4BCE-8476-3C620A28575D}" presName="background2" presStyleLbl="node2" presStyleIdx="1" presStyleCnt="3"/>
      <dgm:spPr/>
    </dgm:pt>
    <dgm:pt modelId="{8FCF44AB-C9FB-47F1-9A1E-1C73F45AA17E}" type="pres">
      <dgm:prSet presAssocID="{2171AB81-EBA9-4BCE-8476-3C620A28575D}" presName="text2" presStyleLbl="fgAcc2" presStyleIdx="1" presStyleCnt="3">
        <dgm:presLayoutVars>
          <dgm:chPref val="3"/>
        </dgm:presLayoutVars>
      </dgm:prSet>
      <dgm:spPr/>
    </dgm:pt>
    <dgm:pt modelId="{1CFD772B-6E50-4C64-BDB7-9AE947C6FBC2}" type="pres">
      <dgm:prSet presAssocID="{2171AB81-EBA9-4BCE-8476-3C620A28575D}" presName="hierChild3" presStyleCnt="0"/>
      <dgm:spPr/>
    </dgm:pt>
    <dgm:pt modelId="{2C02FEAD-F01C-4663-B0D1-D421F8350B67}" type="pres">
      <dgm:prSet presAssocID="{50355C91-07C3-4EB1-8CD5-1A2F51269B89}" presName="Name10" presStyleLbl="parChTrans1D2" presStyleIdx="2" presStyleCnt="3"/>
      <dgm:spPr/>
    </dgm:pt>
    <dgm:pt modelId="{BFADCB5D-53B3-4543-93B0-D40BC20D8603}" type="pres">
      <dgm:prSet presAssocID="{313C4C0D-5DEE-4D68-BE7C-82012CEA917B}" presName="hierRoot2" presStyleCnt="0"/>
      <dgm:spPr/>
    </dgm:pt>
    <dgm:pt modelId="{26C55ED5-5ACF-40A6-A458-B3325E657E11}" type="pres">
      <dgm:prSet presAssocID="{313C4C0D-5DEE-4D68-BE7C-82012CEA917B}" presName="composite2" presStyleCnt="0"/>
      <dgm:spPr/>
    </dgm:pt>
    <dgm:pt modelId="{B3C219BD-3758-43B3-A0A8-16E09486E4BE}" type="pres">
      <dgm:prSet presAssocID="{313C4C0D-5DEE-4D68-BE7C-82012CEA917B}" presName="background2" presStyleLbl="node2" presStyleIdx="2" presStyleCnt="3"/>
      <dgm:spPr/>
    </dgm:pt>
    <dgm:pt modelId="{2EE87526-AF89-4ED4-80F5-017ABDC4171A}" type="pres">
      <dgm:prSet presAssocID="{313C4C0D-5DEE-4D68-BE7C-82012CEA917B}" presName="text2" presStyleLbl="fgAcc2" presStyleIdx="2" presStyleCnt="3">
        <dgm:presLayoutVars>
          <dgm:chPref val="3"/>
        </dgm:presLayoutVars>
      </dgm:prSet>
      <dgm:spPr/>
    </dgm:pt>
    <dgm:pt modelId="{7E3233E9-4230-48F8-89D2-AB82DD26DD4C}" type="pres">
      <dgm:prSet presAssocID="{313C4C0D-5DEE-4D68-BE7C-82012CEA917B}" presName="hierChild3" presStyleCnt="0"/>
      <dgm:spPr/>
    </dgm:pt>
  </dgm:ptLst>
  <dgm:cxnLst>
    <dgm:cxn modelId="{5BEA8119-A5A5-4977-8C31-51588ABC7AE7}" type="presOf" srcId="{2171AB81-EBA9-4BCE-8476-3C620A28575D}" destId="{8FCF44AB-C9FB-47F1-9A1E-1C73F45AA17E}" srcOrd="0" destOrd="0" presId="urn:microsoft.com/office/officeart/2005/8/layout/hierarchy1"/>
    <dgm:cxn modelId="{FD01031F-A892-4151-96EA-5BFBB436D8DA}" type="presOf" srcId="{A16EEDE5-63A3-4614-92A9-B1CCCD7E3895}" destId="{61FEBBA7-B9B7-49B9-B484-BF3E2C96D9D2}" srcOrd="0" destOrd="0" presId="urn:microsoft.com/office/officeart/2005/8/layout/hierarchy1"/>
    <dgm:cxn modelId="{1A66C821-545C-432B-9395-0DC54C30ED42}" srcId="{0834C3F3-5901-41AB-92F1-9EE9EE1A1322}" destId="{119294F4-2C1E-454E-9204-CF5DCB80C15B}" srcOrd="0" destOrd="0" parTransId="{DB9FDDF6-FC61-414F-B21D-807ED42AB55A}" sibTransId="{4FBE2E3D-9233-493D-B351-6D54127B8E63}"/>
    <dgm:cxn modelId="{C6FD2E3B-FC73-4455-967D-45E250F305C7}" type="presOf" srcId="{313C4C0D-5DEE-4D68-BE7C-82012CEA917B}" destId="{2EE87526-AF89-4ED4-80F5-017ABDC4171A}" srcOrd="0" destOrd="0" presId="urn:microsoft.com/office/officeart/2005/8/layout/hierarchy1"/>
    <dgm:cxn modelId="{F6BE5A5B-E6A2-4A35-9E60-1CE7E06F9172}" type="presOf" srcId="{D12361A1-047A-4670-AF30-FDB9FAD05A8A}" destId="{FA027F13-B358-4DC0-88A4-8F82E6043B13}" srcOrd="0" destOrd="0" presId="urn:microsoft.com/office/officeart/2005/8/layout/hierarchy1"/>
    <dgm:cxn modelId="{C3F9D661-21FD-4821-947F-7642163640BC}" type="presOf" srcId="{50355C91-07C3-4EB1-8CD5-1A2F51269B89}" destId="{2C02FEAD-F01C-4663-B0D1-D421F8350B67}" srcOrd="0" destOrd="0" presId="urn:microsoft.com/office/officeart/2005/8/layout/hierarchy1"/>
    <dgm:cxn modelId="{131E1151-9E44-4EBE-A73D-5C90617A45EF}" srcId="{00D5E538-F879-482B-9274-EA1BE4CF3395}" destId="{0834C3F3-5901-41AB-92F1-9EE9EE1A1322}" srcOrd="3" destOrd="0" parTransId="{A6DA6DC4-7C5A-4250-A858-59340FCC0CB4}" sibTransId="{FB607135-4FA3-4858-871C-9D273A33231C}"/>
    <dgm:cxn modelId="{EFF72F76-940D-4559-8C14-790F307A6AE4}" type="presOf" srcId="{C4487F61-6CA6-4D47-BAD0-53EEE4BFD509}" destId="{EAB57E88-40CC-43D6-B63D-FFE72DAB80E4}" srcOrd="0" destOrd="0" presId="urn:microsoft.com/office/officeart/2005/8/layout/hierarchy1"/>
    <dgm:cxn modelId="{53622489-9441-4E9B-B0D2-0704E8B43E4D}" srcId="{0834C3F3-5901-41AB-92F1-9EE9EE1A1322}" destId="{313C4C0D-5DEE-4D68-BE7C-82012CEA917B}" srcOrd="2" destOrd="0" parTransId="{50355C91-07C3-4EB1-8CD5-1A2F51269B89}" sibTransId="{CB4D8AE1-4603-4BFF-8830-D06DBC499241}"/>
    <dgm:cxn modelId="{135BC293-0B88-4E8E-8459-0110DD7816AC}" type="presOf" srcId="{0834C3F3-5901-41AB-92F1-9EE9EE1A1322}" destId="{EE03CB7B-B26B-4D7B-B317-626140CF05BA}" srcOrd="0" destOrd="0" presId="urn:microsoft.com/office/officeart/2005/8/layout/hierarchy1"/>
    <dgm:cxn modelId="{ECEA8D98-5EE5-4A83-AD8F-0026533CB451}" type="presOf" srcId="{DB9FDDF6-FC61-414F-B21D-807ED42AB55A}" destId="{02A94B1B-0114-4CAE-B76F-E503B8436571}" srcOrd="0" destOrd="0" presId="urn:microsoft.com/office/officeart/2005/8/layout/hierarchy1"/>
    <dgm:cxn modelId="{34B242A9-09DA-4D4F-9DF4-2F91508753A1}" srcId="{00D5E538-F879-482B-9274-EA1BE4CF3395}" destId="{C4487F61-6CA6-4D47-BAD0-53EEE4BFD509}" srcOrd="1" destOrd="0" parTransId="{1478AAB8-CAA7-4F32-904B-33684E3A45BF}" sibTransId="{E658E2E4-62AF-40C1-A352-60079D434222}"/>
    <dgm:cxn modelId="{2540C2A9-9FC7-4546-A689-5B53E90E3407}" type="presOf" srcId="{185FF9F6-E243-458D-955C-8925FF228597}" destId="{C1AC5631-A46C-474F-8943-420745CA8764}" srcOrd="0" destOrd="0" presId="urn:microsoft.com/office/officeart/2005/8/layout/hierarchy1"/>
    <dgm:cxn modelId="{6F3646AD-B816-42C2-BB76-11492777E218}" srcId="{00D5E538-F879-482B-9274-EA1BE4CF3395}" destId="{A16EEDE5-63A3-4614-92A9-B1CCCD7E3895}" srcOrd="0" destOrd="0" parTransId="{18B46B6C-EA00-4519-82B6-B46A21AF5B77}" sibTransId="{560E8EA7-EFF6-40FE-B48C-3041E9248894}"/>
    <dgm:cxn modelId="{CF4419AF-A0BB-49EA-A35C-7587A132CC45}" type="presOf" srcId="{00D5E538-F879-482B-9274-EA1BE4CF3395}" destId="{BDB4AE79-7EF1-4BED-A253-2EDC192BB19F}" srcOrd="0" destOrd="0" presId="urn:microsoft.com/office/officeart/2005/8/layout/hierarchy1"/>
    <dgm:cxn modelId="{1D09DEC0-4FCA-48A9-8A25-A559CEE2C1DB}" type="presOf" srcId="{119294F4-2C1E-454E-9204-CF5DCB80C15B}" destId="{D8785D65-1E14-4A1E-9811-4C0FF17500EC}" srcOrd="0" destOrd="0" presId="urn:microsoft.com/office/officeart/2005/8/layout/hierarchy1"/>
    <dgm:cxn modelId="{DDF2FBE7-606F-4E4B-B6C0-F11D96027B09}" srcId="{00D5E538-F879-482B-9274-EA1BE4CF3395}" destId="{185FF9F6-E243-458D-955C-8925FF228597}" srcOrd="2" destOrd="0" parTransId="{49F9AB49-40DF-4009-ACB2-FC72FF0DD7ED}" sibTransId="{4EB854C9-D77D-4C00-929C-9B48F055100C}"/>
    <dgm:cxn modelId="{CB8F9BF9-1793-4FA5-A312-428B5BAA61E3}" srcId="{0834C3F3-5901-41AB-92F1-9EE9EE1A1322}" destId="{2171AB81-EBA9-4BCE-8476-3C620A28575D}" srcOrd="1" destOrd="0" parTransId="{D12361A1-047A-4670-AF30-FDB9FAD05A8A}" sibTransId="{C6E3FBD1-57F7-486A-B1FD-183DD94E3159}"/>
    <dgm:cxn modelId="{BAB8A0BE-291D-479B-B7B5-ECBC0C14554E}" type="presParOf" srcId="{BDB4AE79-7EF1-4BED-A253-2EDC192BB19F}" destId="{8A8649DF-A902-4896-A5AE-C57C21519C6E}" srcOrd="0" destOrd="0" presId="urn:microsoft.com/office/officeart/2005/8/layout/hierarchy1"/>
    <dgm:cxn modelId="{46E59F1B-6EED-429A-A9BA-418210C75A84}" type="presParOf" srcId="{8A8649DF-A902-4896-A5AE-C57C21519C6E}" destId="{65D2BD64-C112-435E-B28B-4C3424A1C26B}" srcOrd="0" destOrd="0" presId="urn:microsoft.com/office/officeart/2005/8/layout/hierarchy1"/>
    <dgm:cxn modelId="{D335D34A-1A10-429B-8253-2CC2F679855D}" type="presParOf" srcId="{65D2BD64-C112-435E-B28B-4C3424A1C26B}" destId="{1D83590B-C157-4686-89D1-00265AE62C73}" srcOrd="0" destOrd="0" presId="urn:microsoft.com/office/officeart/2005/8/layout/hierarchy1"/>
    <dgm:cxn modelId="{8DA473A4-4538-4924-A561-78A6405F5309}" type="presParOf" srcId="{65D2BD64-C112-435E-B28B-4C3424A1C26B}" destId="{61FEBBA7-B9B7-49B9-B484-BF3E2C96D9D2}" srcOrd="1" destOrd="0" presId="urn:microsoft.com/office/officeart/2005/8/layout/hierarchy1"/>
    <dgm:cxn modelId="{D98C8EC4-1E5C-47D5-9274-BC2048160445}" type="presParOf" srcId="{8A8649DF-A902-4896-A5AE-C57C21519C6E}" destId="{76B196EE-1B15-450F-A06A-2148A62D208B}" srcOrd="1" destOrd="0" presId="urn:microsoft.com/office/officeart/2005/8/layout/hierarchy1"/>
    <dgm:cxn modelId="{AD8E1479-838E-426C-B96E-1F1076402511}" type="presParOf" srcId="{BDB4AE79-7EF1-4BED-A253-2EDC192BB19F}" destId="{F2C9EFA6-306E-4FCD-9C03-D1852D7B516E}" srcOrd="1" destOrd="0" presId="urn:microsoft.com/office/officeart/2005/8/layout/hierarchy1"/>
    <dgm:cxn modelId="{AB6D8AFD-F7D4-4378-9D40-F484D8E96964}" type="presParOf" srcId="{F2C9EFA6-306E-4FCD-9C03-D1852D7B516E}" destId="{64DD4C59-5E2D-4815-9223-62BE66A1CE86}" srcOrd="0" destOrd="0" presId="urn:microsoft.com/office/officeart/2005/8/layout/hierarchy1"/>
    <dgm:cxn modelId="{7C06A36F-AB81-4743-B372-C768C95385D2}" type="presParOf" srcId="{64DD4C59-5E2D-4815-9223-62BE66A1CE86}" destId="{FF103E8B-B9D5-40D3-924B-64A511633368}" srcOrd="0" destOrd="0" presId="urn:microsoft.com/office/officeart/2005/8/layout/hierarchy1"/>
    <dgm:cxn modelId="{EA4A9A8B-FD8D-4F70-807E-EFF2B906475D}" type="presParOf" srcId="{64DD4C59-5E2D-4815-9223-62BE66A1CE86}" destId="{EAB57E88-40CC-43D6-B63D-FFE72DAB80E4}" srcOrd="1" destOrd="0" presId="urn:microsoft.com/office/officeart/2005/8/layout/hierarchy1"/>
    <dgm:cxn modelId="{B5B7A90E-948D-4994-BE2A-D4AC23D6F363}" type="presParOf" srcId="{F2C9EFA6-306E-4FCD-9C03-D1852D7B516E}" destId="{1E815634-B9E1-474D-A596-229328133186}" srcOrd="1" destOrd="0" presId="urn:microsoft.com/office/officeart/2005/8/layout/hierarchy1"/>
    <dgm:cxn modelId="{40607824-D6D6-4ADE-A046-EB2F580772D3}" type="presParOf" srcId="{BDB4AE79-7EF1-4BED-A253-2EDC192BB19F}" destId="{9857DDCF-4D06-4280-B681-1E478B5BFFD3}" srcOrd="2" destOrd="0" presId="urn:microsoft.com/office/officeart/2005/8/layout/hierarchy1"/>
    <dgm:cxn modelId="{3E7F4501-0D1D-443C-86F7-DDB0F9BDE5EC}" type="presParOf" srcId="{9857DDCF-4D06-4280-B681-1E478B5BFFD3}" destId="{68437F92-A1BA-405C-B359-D23CAEDC7520}" srcOrd="0" destOrd="0" presId="urn:microsoft.com/office/officeart/2005/8/layout/hierarchy1"/>
    <dgm:cxn modelId="{9CD20154-A16B-45C4-8D8A-300288090AF5}" type="presParOf" srcId="{68437F92-A1BA-405C-B359-D23CAEDC7520}" destId="{DE5DE4CA-1407-4BDD-8D9D-40A88225EFDA}" srcOrd="0" destOrd="0" presId="urn:microsoft.com/office/officeart/2005/8/layout/hierarchy1"/>
    <dgm:cxn modelId="{BA3A7BCD-F95A-4489-807B-B0439E16A211}" type="presParOf" srcId="{68437F92-A1BA-405C-B359-D23CAEDC7520}" destId="{C1AC5631-A46C-474F-8943-420745CA8764}" srcOrd="1" destOrd="0" presId="urn:microsoft.com/office/officeart/2005/8/layout/hierarchy1"/>
    <dgm:cxn modelId="{A5128FF2-8A42-469D-A777-A4C77F16C5F6}" type="presParOf" srcId="{9857DDCF-4D06-4280-B681-1E478B5BFFD3}" destId="{05DEFE90-815E-40B4-A2DC-BB65BC9141DF}" srcOrd="1" destOrd="0" presId="urn:microsoft.com/office/officeart/2005/8/layout/hierarchy1"/>
    <dgm:cxn modelId="{FDB901CA-4582-4916-9C04-692EC48D749F}" type="presParOf" srcId="{BDB4AE79-7EF1-4BED-A253-2EDC192BB19F}" destId="{EC59C952-F63D-4E71-84FC-5C85B49B6045}" srcOrd="3" destOrd="0" presId="urn:microsoft.com/office/officeart/2005/8/layout/hierarchy1"/>
    <dgm:cxn modelId="{AFF7A9E4-145A-42FB-BC8E-ADABD855F2DD}" type="presParOf" srcId="{EC59C952-F63D-4E71-84FC-5C85B49B6045}" destId="{6F2AD017-8549-4B22-B71F-DF232F76BB97}" srcOrd="0" destOrd="0" presId="urn:microsoft.com/office/officeart/2005/8/layout/hierarchy1"/>
    <dgm:cxn modelId="{6F74B9EA-6AC5-4C03-89B7-39944C8B95BF}" type="presParOf" srcId="{6F2AD017-8549-4B22-B71F-DF232F76BB97}" destId="{5EB687AC-6426-4E67-BC56-8B66D95BD095}" srcOrd="0" destOrd="0" presId="urn:microsoft.com/office/officeart/2005/8/layout/hierarchy1"/>
    <dgm:cxn modelId="{20E4BE39-1BCB-4274-8390-CF2C122A5A40}" type="presParOf" srcId="{6F2AD017-8549-4B22-B71F-DF232F76BB97}" destId="{EE03CB7B-B26B-4D7B-B317-626140CF05BA}" srcOrd="1" destOrd="0" presId="urn:microsoft.com/office/officeart/2005/8/layout/hierarchy1"/>
    <dgm:cxn modelId="{C25A5055-319D-4F3E-98C1-18DA40B38D99}" type="presParOf" srcId="{EC59C952-F63D-4E71-84FC-5C85B49B6045}" destId="{EAE1C99F-18FC-4F62-B358-FC8CDD3B2AEF}" srcOrd="1" destOrd="0" presId="urn:microsoft.com/office/officeart/2005/8/layout/hierarchy1"/>
    <dgm:cxn modelId="{A75934CE-6BB2-49A1-8371-BEE83E25E78D}" type="presParOf" srcId="{EAE1C99F-18FC-4F62-B358-FC8CDD3B2AEF}" destId="{02A94B1B-0114-4CAE-B76F-E503B8436571}" srcOrd="0" destOrd="0" presId="urn:microsoft.com/office/officeart/2005/8/layout/hierarchy1"/>
    <dgm:cxn modelId="{76F6D1F9-731E-4C27-99CE-059BFE6C242D}" type="presParOf" srcId="{EAE1C99F-18FC-4F62-B358-FC8CDD3B2AEF}" destId="{36545DEA-1A5C-4572-ADE1-0CE9653C1E80}" srcOrd="1" destOrd="0" presId="urn:microsoft.com/office/officeart/2005/8/layout/hierarchy1"/>
    <dgm:cxn modelId="{4E5821DA-F470-4E43-BA36-75CF018E2254}" type="presParOf" srcId="{36545DEA-1A5C-4572-ADE1-0CE9653C1E80}" destId="{A56CAFAE-3EA6-47DB-A66A-BEE9D39FE6B0}" srcOrd="0" destOrd="0" presId="urn:microsoft.com/office/officeart/2005/8/layout/hierarchy1"/>
    <dgm:cxn modelId="{0E32755A-1496-42EE-AD65-A917FFB44D42}" type="presParOf" srcId="{A56CAFAE-3EA6-47DB-A66A-BEE9D39FE6B0}" destId="{EF09BD87-D4E5-4E95-96F3-015481DCC795}" srcOrd="0" destOrd="0" presId="urn:microsoft.com/office/officeart/2005/8/layout/hierarchy1"/>
    <dgm:cxn modelId="{A3F0B994-36E1-49C1-9C9D-5E07EB33A223}" type="presParOf" srcId="{A56CAFAE-3EA6-47DB-A66A-BEE9D39FE6B0}" destId="{D8785D65-1E14-4A1E-9811-4C0FF17500EC}" srcOrd="1" destOrd="0" presId="urn:microsoft.com/office/officeart/2005/8/layout/hierarchy1"/>
    <dgm:cxn modelId="{0FA866F4-032E-4A40-9B6E-462F8BDED059}" type="presParOf" srcId="{36545DEA-1A5C-4572-ADE1-0CE9653C1E80}" destId="{511B899E-B229-40CA-ACC7-410573FF46E3}" srcOrd="1" destOrd="0" presId="urn:microsoft.com/office/officeart/2005/8/layout/hierarchy1"/>
    <dgm:cxn modelId="{DB2C81D4-66F3-4135-9763-87667139021D}" type="presParOf" srcId="{EAE1C99F-18FC-4F62-B358-FC8CDD3B2AEF}" destId="{FA027F13-B358-4DC0-88A4-8F82E6043B13}" srcOrd="2" destOrd="0" presId="urn:microsoft.com/office/officeart/2005/8/layout/hierarchy1"/>
    <dgm:cxn modelId="{EABF6524-6E71-4125-B47E-DD8B51C1F92B}" type="presParOf" srcId="{EAE1C99F-18FC-4F62-B358-FC8CDD3B2AEF}" destId="{D89556F0-153D-45CA-A87F-A5973D9C1CA4}" srcOrd="3" destOrd="0" presId="urn:microsoft.com/office/officeart/2005/8/layout/hierarchy1"/>
    <dgm:cxn modelId="{F9F88AD1-AB9D-4135-B4EC-EEF8DC8ADC2C}" type="presParOf" srcId="{D89556F0-153D-45CA-A87F-A5973D9C1CA4}" destId="{5751E2F7-1E75-4DB7-97CE-B597DB1DBBC8}" srcOrd="0" destOrd="0" presId="urn:microsoft.com/office/officeart/2005/8/layout/hierarchy1"/>
    <dgm:cxn modelId="{4CCA1F1D-38C9-44C4-AF4B-4F3F49186202}" type="presParOf" srcId="{5751E2F7-1E75-4DB7-97CE-B597DB1DBBC8}" destId="{FC98B89A-B39D-4970-9EA8-D6AAF0009204}" srcOrd="0" destOrd="0" presId="urn:microsoft.com/office/officeart/2005/8/layout/hierarchy1"/>
    <dgm:cxn modelId="{80F06BEA-6EA9-404D-9CE3-974B235D8C8E}" type="presParOf" srcId="{5751E2F7-1E75-4DB7-97CE-B597DB1DBBC8}" destId="{8FCF44AB-C9FB-47F1-9A1E-1C73F45AA17E}" srcOrd="1" destOrd="0" presId="urn:microsoft.com/office/officeart/2005/8/layout/hierarchy1"/>
    <dgm:cxn modelId="{425D480F-D9A8-4FD0-98FB-4414B4AE7EBF}" type="presParOf" srcId="{D89556F0-153D-45CA-A87F-A5973D9C1CA4}" destId="{1CFD772B-6E50-4C64-BDB7-9AE947C6FBC2}" srcOrd="1" destOrd="0" presId="urn:microsoft.com/office/officeart/2005/8/layout/hierarchy1"/>
    <dgm:cxn modelId="{55FBF539-626C-48C4-B276-4D84E3CDC44E}" type="presParOf" srcId="{EAE1C99F-18FC-4F62-B358-FC8CDD3B2AEF}" destId="{2C02FEAD-F01C-4663-B0D1-D421F8350B67}" srcOrd="4" destOrd="0" presId="urn:microsoft.com/office/officeart/2005/8/layout/hierarchy1"/>
    <dgm:cxn modelId="{F072DBF2-B5C2-47A9-B672-3B5AAD92DB2D}" type="presParOf" srcId="{EAE1C99F-18FC-4F62-B358-FC8CDD3B2AEF}" destId="{BFADCB5D-53B3-4543-93B0-D40BC20D8603}" srcOrd="5" destOrd="0" presId="urn:microsoft.com/office/officeart/2005/8/layout/hierarchy1"/>
    <dgm:cxn modelId="{F8A864DC-646F-4AD1-8A8A-5166CBDA7580}" type="presParOf" srcId="{BFADCB5D-53B3-4543-93B0-D40BC20D8603}" destId="{26C55ED5-5ACF-40A6-A458-B3325E657E11}" srcOrd="0" destOrd="0" presId="urn:microsoft.com/office/officeart/2005/8/layout/hierarchy1"/>
    <dgm:cxn modelId="{6C7905C8-8A20-44F4-A49D-21BE3B0C9C11}" type="presParOf" srcId="{26C55ED5-5ACF-40A6-A458-B3325E657E11}" destId="{B3C219BD-3758-43B3-A0A8-16E09486E4BE}" srcOrd="0" destOrd="0" presId="urn:microsoft.com/office/officeart/2005/8/layout/hierarchy1"/>
    <dgm:cxn modelId="{6FBC65A8-D01D-4074-A47B-EF8BBE948A57}" type="presParOf" srcId="{26C55ED5-5ACF-40A6-A458-B3325E657E11}" destId="{2EE87526-AF89-4ED4-80F5-017ABDC4171A}" srcOrd="1" destOrd="0" presId="urn:microsoft.com/office/officeart/2005/8/layout/hierarchy1"/>
    <dgm:cxn modelId="{16CB0ECC-7DCA-4763-A719-BD96A9141D7B}" type="presParOf" srcId="{BFADCB5D-53B3-4543-93B0-D40BC20D8603}" destId="{7E3233E9-4230-48F8-89D2-AB82DD26DD4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0F463A-15FB-4C61-8D3E-54FCEE5C4006}">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540B2E-7012-47F8-A97B-E8DBF90CA639}">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8B36E8-2CA6-4F98-80E1-A685362C7FC8}">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44550">
            <a:lnSpc>
              <a:spcPct val="90000"/>
            </a:lnSpc>
            <a:spcBef>
              <a:spcPct val="0"/>
            </a:spcBef>
            <a:spcAft>
              <a:spcPct val="35000"/>
            </a:spcAft>
            <a:buNone/>
          </a:pPr>
          <a:r>
            <a:rPr lang="en-US" sz="1900" b="0" i="0" kern="1200" baseline="0"/>
            <a:t>The model is trained over multiple epochs to learn patterns from the training data.</a:t>
          </a:r>
          <a:endParaRPr lang="en-US" sz="1900" kern="1200"/>
        </a:p>
      </dsp:txBody>
      <dsp:txXfrm>
        <a:off x="837512" y="3404"/>
        <a:ext cx="9678087" cy="725119"/>
      </dsp:txXfrm>
    </dsp:sp>
    <dsp:sp modelId="{45EAB119-1531-407C-AD96-6CF6B325C2CA}">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FCB4A7-66CA-4AB8-B9AC-0A3ADBED9394}">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7E5685-E8AD-4F8E-BB08-35A10EA929CD}">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44550">
            <a:lnSpc>
              <a:spcPct val="90000"/>
            </a:lnSpc>
            <a:spcBef>
              <a:spcPct val="0"/>
            </a:spcBef>
            <a:spcAft>
              <a:spcPct val="35000"/>
            </a:spcAft>
            <a:buNone/>
          </a:pPr>
          <a:r>
            <a:rPr lang="en-US" sz="1900" b="0" i="0" kern="1200" baseline="0"/>
            <a:t>After each epoch, training accuracy and loss are recorded to monitor learning progress.</a:t>
          </a:r>
          <a:endParaRPr lang="en-US" sz="1900" kern="1200"/>
        </a:p>
      </dsp:txBody>
      <dsp:txXfrm>
        <a:off x="837512" y="909803"/>
        <a:ext cx="9678087" cy="725119"/>
      </dsp:txXfrm>
    </dsp:sp>
    <dsp:sp modelId="{AFAF0AD5-E0E3-4779-9B26-337609F76223}">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068AD1-FBA1-4A36-BF3F-F33A56C5E797}">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B146CC-6F77-43EE-A657-F5DBDE5C6270}">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44550">
            <a:lnSpc>
              <a:spcPct val="90000"/>
            </a:lnSpc>
            <a:spcBef>
              <a:spcPct val="0"/>
            </a:spcBef>
            <a:spcAft>
              <a:spcPct val="35000"/>
            </a:spcAft>
            <a:buNone/>
          </a:pPr>
          <a:r>
            <a:rPr lang="en-US" sz="1900" b="0" i="0" kern="1200" baseline="0"/>
            <a:t>The model is also evaluated on a separate test dataset to assess generalization performance.</a:t>
          </a:r>
          <a:endParaRPr lang="en-US" sz="1900" kern="1200"/>
        </a:p>
      </dsp:txBody>
      <dsp:txXfrm>
        <a:off x="837512" y="1816202"/>
        <a:ext cx="9678087" cy="725119"/>
      </dsp:txXfrm>
    </dsp:sp>
    <dsp:sp modelId="{FB002F55-54BD-42B2-BFDF-0259419061DA}">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ECC041-B137-44D2-A885-CDB5203FB416}">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D7C4BD-9764-4E78-978C-D6E64908440A}">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44550">
            <a:lnSpc>
              <a:spcPct val="90000"/>
            </a:lnSpc>
            <a:spcBef>
              <a:spcPct val="0"/>
            </a:spcBef>
            <a:spcAft>
              <a:spcPct val="35000"/>
            </a:spcAft>
            <a:buNone/>
          </a:pPr>
          <a:r>
            <a:rPr lang="en-US" sz="1900" b="0" i="0" kern="1200" baseline="0"/>
            <a:t>Accuracy and loss values are stored after each epoch to visualize performance trends.</a:t>
          </a:r>
          <a:endParaRPr lang="en-US" sz="1900" kern="1200"/>
        </a:p>
      </dsp:txBody>
      <dsp:txXfrm>
        <a:off x="837512" y="2722601"/>
        <a:ext cx="9678087" cy="725119"/>
      </dsp:txXfrm>
    </dsp:sp>
    <dsp:sp modelId="{C44934D1-C960-4D11-BB80-27EC401CAE88}">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3D883F-A3AD-41F6-B305-D7E1896934E7}">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929637-314B-444D-B421-0E75DD95A1C3}">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44550">
            <a:lnSpc>
              <a:spcPct val="90000"/>
            </a:lnSpc>
            <a:spcBef>
              <a:spcPct val="0"/>
            </a:spcBef>
            <a:spcAft>
              <a:spcPct val="35000"/>
            </a:spcAft>
            <a:buNone/>
          </a:pPr>
          <a:r>
            <a:rPr lang="en-US" sz="1900" b="0" i="0" kern="1200" baseline="0"/>
            <a:t>This helps in identifying overfitting, underfitting, or the need for more epochs.</a:t>
          </a:r>
          <a:endParaRPr lang="en-US" sz="1900" kern="1200"/>
        </a:p>
      </dsp:txBody>
      <dsp:txXfrm>
        <a:off x="837512" y="3629000"/>
        <a:ext cx="9678087" cy="7251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02FEAD-F01C-4663-B0D1-D421F8350B67}">
      <dsp:nvSpPr>
        <dsp:cNvPr id="0" name=""/>
        <dsp:cNvSpPr/>
      </dsp:nvSpPr>
      <dsp:spPr>
        <a:xfrm>
          <a:off x="7301102" y="1828550"/>
          <a:ext cx="2140602" cy="509366"/>
        </a:xfrm>
        <a:custGeom>
          <a:avLst/>
          <a:gdLst/>
          <a:ahLst/>
          <a:cxnLst/>
          <a:rect l="0" t="0" r="0" b="0"/>
          <a:pathLst>
            <a:path>
              <a:moveTo>
                <a:pt x="0" y="0"/>
              </a:moveTo>
              <a:lnTo>
                <a:pt x="0" y="347118"/>
              </a:lnTo>
              <a:lnTo>
                <a:pt x="2140602" y="347118"/>
              </a:lnTo>
              <a:lnTo>
                <a:pt x="2140602" y="509366"/>
              </a:lnTo>
            </a:path>
          </a:pathLst>
        </a:custGeom>
        <a:noFill/>
        <a:ln w="1905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027F13-B358-4DC0-88A4-8F82E6043B13}">
      <dsp:nvSpPr>
        <dsp:cNvPr id="0" name=""/>
        <dsp:cNvSpPr/>
      </dsp:nvSpPr>
      <dsp:spPr>
        <a:xfrm>
          <a:off x="7255382" y="1828550"/>
          <a:ext cx="91440" cy="509366"/>
        </a:xfrm>
        <a:custGeom>
          <a:avLst/>
          <a:gdLst/>
          <a:ahLst/>
          <a:cxnLst/>
          <a:rect l="0" t="0" r="0" b="0"/>
          <a:pathLst>
            <a:path>
              <a:moveTo>
                <a:pt x="45720" y="0"/>
              </a:moveTo>
              <a:lnTo>
                <a:pt x="45720" y="509366"/>
              </a:lnTo>
            </a:path>
          </a:pathLst>
        </a:custGeom>
        <a:noFill/>
        <a:ln w="1905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A94B1B-0114-4CAE-B76F-E503B8436571}">
      <dsp:nvSpPr>
        <dsp:cNvPr id="0" name=""/>
        <dsp:cNvSpPr/>
      </dsp:nvSpPr>
      <dsp:spPr>
        <a:xfrm>
          <a:off x="5160499" y="1828550"/>
          <a:ext cx="2140602" cy="509366"/>
        </a:xfrm>
        <a:custGeom>
          <a:avLst/>
          <a:gdLst/>
          <a:ahLst/>
          <a:cxnLst/>
          <a:rect l="0" t="0" r="0" b="0"/>
          <a:pathLst>
            <a:path>
              <a:moveTo>
                <a:pt x="2140602" y="0"/>
              </a:moveTo>
              <a:lnTo>
                <a:pt x="2140602" y="347118"/>
              </a:lnTo>
              <a:lnTo>
                <a:pt x="0" y="347118"/>
              </a:lnTo>
              <a:lnTo>
                <a:pt x="0" y="509366"/>
              </a:lnTo>
            </a:path>
          </a:pathLst>
        </a:custGeom>
        <a:noFill/>
        <a:ln w="1905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83590B-C157-4686-89D1-00265AE62C73}">
      <dsp:nvSpPr>
        <dsp:cNvPr id="0" name=""/>
        <dsp:cNvSpPr/>
      </dsp:nvSpPr>
      <dsp:spPr>
        <a:xfrm>
          <a:off x="3594" y="716410"/>
          <a:ext cx="1751401" cy="1112140"/>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FEBBA7-B9B7-49B9-B484-BF3E2C96D9D2}">
      <dsp:nvSpPr>
        <dsp:cNvPr id="0" name=""/>
        <dsp:cNvSpPr/>
      </dsp:nvSpPr>
      <dsp:spPr>
        <a:xfrm>
          <a:off x="198194" y="901280"/>
          <a:ext cx="1751401" cy="111214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Model deployment using streamlit</a:t>
          </a:r>
        </a:p>
      </dsp:txBody>
      <dsp:txXfrm>
        <a:off x="230767" y="933853"/>
        <a:ext cx="1686255" cy="1046994"/>
      </dsp:txXfrm>
    </dsp:sp>
    <dsp:sp modelId="{FF103E8B-B9D5-40D3-924B-64A511633368}">
      <dsp:nvSpPr>
        <dsp:cNvPr id="0" name=""/>
        <dsp:cNvSpPr/>
      </dsp:nvSpPr>
      <dsp:spPr>
        <a:xfrm>
          <a:off x="2144196" y="716410"/>
          <a:ext cx="1751401" cy="1112140"/>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B57E88-40CC-43D6-B63D-FFE72DAB80E4}">
      <dsp:nvSpPr>
        <dsp:cNvPr id="0" name=""/>
        <dsp:cNvSpPr/>
      </dsp:nvSpPr>
      <dsp:spPr>
        <a:xfrm>
          <a:off x="2338796" y="901280"/>
          <a:ext cx="1751401" cy="111214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i="0" kern="1200" baseline="0"/>
            <a:t>Model Saved Using: model.save('agri_model.h5’) </a:t>
          </a:r>
          <a:endParaRPr lang="en-US" sz="1000" kern="1200"/>
        </a:p>
      </dsp:txBody>
      <dsp:txXfrm>
        <a:off x="2371369" y="933853"/>
        <a:ext cx="1686255" cy="1046994"/>
      </dsp:txXfrm>
    </dsp:sp>
    <dsp:sp modelId="{DE5DE4CA-1407-4BDD-8D9D-40A88225EFDA}">
      <dsp:nvSpPr>
        <dsp:cNvPr id="0" name=""/>
        <dsp:cNvSpPr/>
      </dsp:nvSpPr>
      <dsp:spPr>
        <a:xfrm>
          <a:off x="4284798" y="716410"/>
          <a:ext cx="1751401" cy="1112140"/>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AC5631-A46C-474F-8943-420745CA8764}">
      <dsp:nvSpPr>
        <dsp:cNvPr id="0" name=""/>
        <dsp:cNvSpPr/>
      </dsp:nvSpPr>
      <dsp:spPr>
        <a:xfrm>
          <a:off x="4479399" y="901280"/>
          <a:ext cx="1751401" cy="111214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Deployment Tool: Streamlit – Easy-to-use Python web app framework</a:t>
          </a:r>
        </a:p>
      </dsp:txBody>
      <dsp:txXfrm>
        <a:off x="4511972" y="933853"/>
        <a:ext cx="1686255" cy="1046994"/>
      </dsp:txXfrm>
    </dsp:sp>
    <dsp:sp modelId="{5EB687AC-6426-4E67-BC56-8B66D95BD095}">
      <dsp:nvSpPr>
        <dsp:cNvPr id="0" name=""/>
        <dsp:cNvSpPr/>
      </dsp:nvSpPr>
      <dsp:spPr>
        <a:xfrm>
          <a:off x="6425401" y="716410"/>
          <a:ext cx="1751401" cy="1112140"/>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03CB7B-B26B-4D7B-B317-626140CF05BA}">
      <dsp:nvSpPr>
        <dsp:cNvPr id="0" name=""/>
        <dsp:cNvSpPr/>
      </dsp:nvSpPr>
      <dsp:spPr>
        <a:xfrm>
          <a:off x="6620001" y="901280"/>
          <a:ext cx="1751401" cy="111214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a:t>App Features:</a:t>
          </a:r>
          <a:endParaRPr lang="en-US" sz="1000" kern="1200"/>
        </a:p>
      </dsp:txBody>
      <dsp:txXfrm>
        <a:off x="6652574" y="933853"/>
        <a:ext cx="1686255" cy="1046994"/>
      </dsp:txXfrm>
    </dsp:sp>
    <dsp:sp modelId="{EF09BD87-D4E5-4E95-96F3-015481DCC795}">
      <dsp:nvSpPr>
        <dsp:cNvPr id="0" name=""/>
        <dsp:cNvSpPr/>
      </dsp:nvSpPr>
      <dsp:spPr>
        <a:xfrm>
          <a:off x="4284798" y="2337916"/>
          <a:ext cx="1751401" cy="1112140"/>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785D65-1E14-4A1E-9811-4C0FF17500EC}">
      <dsp:nvSpPr>
        <dsp:cNvPr id="0" name=""/>
        <dsp:cNvSpPr/>
      </dsp:nvSpPr>
      <dsp:spPr>
        <a:xfrm>
          <a:off x="4479399" y="2522787"/>
          <a:ext cx="1751401" cy="111214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a:t>Upload leaf images</a:t>
          </a:r>
          <a:endParaRPr lang="en-US" sz="1000" kern="1200"/>
        </a:p>
      </dsp:txBody>
      <dsp:txXfrm>
        <a:off x="4511972" y="2555360"/>
        <a:ext cx="1686255" cy="1046994"/>
      </dsp:txXfrm>
    </dsp:sp>
    <dsp:sp modelId="{FC98B89A-B39D-4970-9EA8-D6AAF0009204}">
      <dsp:nvSpPr>
        <dsp:cNvPr id="0" name=""/>
        <dsp:cNvSpPr/>
      </dsp:nvSpPr>
      <dsp:spPr>
        <a:xfrm>
          <a:off x="6425401" y="2337916"/>
          <a:ext cx="1751401" cy="1112140"/>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CF44AB-C9FB-47F1-9A1E-1C73F45AA17E}">
      <dsp:nvSpPr>
        <dsp:cNvPr id="0" name=""/>
        <dsp:cNvSpPr/>
      </dsp:nvSpPr>
      <dsp:spPr>
        <a:xfrm>
          <a:off x="6620001" y="2522787"/>
          <a:ext cx="1751401" cy="111214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Display prediction class and confidence</a:t>
          </a:r>
        </a:p>
      </dsp:txBody>
      <dsp:txXfrm>
        <a:off x="6652574" y="2555360"/>
        <a:ext cx="1686255" cy="1046994"/>
      </dsp:txXfrm>
    </dsp:sp>
    <dsp:sp modelId="{B3C219BD-3758-43B3-A0A8-16E09486E4BE}">
      <dsp:nvSpPr>
        <dsp:cNvPr id="0" name=""/>
        <dsp:cNvSpPr/>
      </dsp:nvSpPr>
      <dsp:spPr>
        <a:xfrm>
          <a:off x="8566003" y="2337916"/>
          <a:ext cx="1751401" cy="1112140"/>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E87526-AF89-4ED4-80F5-017ABDC4171A}">
      <dsp:nvSpPr>
        <dsp:cNvPr id="0" name=""/>
        <dsp:cNvSpPr/>
      </dsp:nvSpPr>
      <dsp:spPr>
        <a:xfrm>
          <a:off x="8760603" y="2522787"/>
          <a:ext cx="1751401" cy="111214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Show original and predicted label</a:t>
          </a:r>
        </a:p>
      </dsp:txBody>
      <dsp:txXfrm>
        <a:off x="8793176" y="2555360"/>
        <a:ext cx="1686255" cy="104699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578A91-B470-454A-BA2E-F006F6BBAB7F}" type="datetimeFigureOut">
              <a:rPr lang="en-IN" smtClean="0"/>
              <a:t>29-05-2025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16028-E550-4A7F-BE35-AA2D0C36D8C2}" type="slidenum">
              <a:rPr lang="en-IN" smtClean="0"/>
              <a:t>‹#›</a:t>
            </a:fld>
            <a:endParaRPr lang="en-IN"/>
          </a:p>
        </p:txBody>
      </p:sp>
    </p:spTree>
    <p:extLst>
      <p:ext uri="{BB962C8B-B14F-4D97-AF65-F5344CB8AC3E}">
        <p14:creationId xmlns:p14="http://schemas.microsoft.com/office/powerpoint/2010/main" val="1145614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2E16028-E550-4A7F-BE35-AA2D0C36D8C2}" type="slidenum">
              <a:rPr lang="en-IN" smtClean="0"/>
              <a:t>9</a:t>
            </a:fld>
            <a:endParaRPr lang="en-IN"/>
          </a:p>
        </p:txBody>
      </p:sp>
    </p:spTree>
    <p:extLst>
      <p:ext uri="{BB962C8B-B14F-4D97-AF65-F5344CB8AC3E}">
        <p14:creationId xmlns:p14="http://schemas.microsoft.com/office/powerpoint/2010/main" val="1088052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79EDE-6C9E-8610-93C2-3B453C95B4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D1EBC0-1B04-79B6-5367-FAD4E7BC9D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81048EB-F21F-1F80-237D-FF6BE05F31D6}"/>
              </a:ext>
            </a:extLst>
          </p:cNvPr>
          <p:cNvSpPr>
            <a:spLocks noGrp="1"/>
          </p:cNvSpPr>
          <p:nvPr>
            <p:ph type="dt" sz="half" idx="10"/>
          </p:nvPr>
        </p:nvSpPr>
        <p:spPr/>
        <p:txBody>
          <a:bodyPr/>
          <a:lstStyle/>
          <a:p>
            <a:fld id="{891FC403-21C5-4A74-BAD5-E43A2CA42B6B}" type="datetimeFigureOut">
              <a:rPr lang="en-IN" smtClean="0"/>
              <a:t>29-05-2025</a:t>
            </a:fld>
            <a:endParaRPr lang="en-IN"/>
          </a:p>
        </p:txBody>
      </p:sp>
      <p:sp>
        <p:nvSpPr>
          <p:cNvPr id="5" name="Footer Placeholder 4">
            <a:extLst>
              <a:ext uri="{FF2B5EF4-FFF2-40B4-BE49-F238E27FC236}">
                <a16:creationId xmlns:a16="http://schemas.microsoft.com/office/drawing/2014/main" id="{2859F7A4-793A-FBE0-D91C-A9A8DF183B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72AC9D-96A4-9233-5B5C-715C0B3CF153}"/>
              </a:ext>
            </a:extLst>
          </p:cNvPr>
          <p:cNvSpPr>
            <a:spLocks noGrp="1"/>
          </p:cNvSpPr>
          <p:nvPr>
            <p:ph type="sldNum" sz="quarter" idx="12"/>
          </p:nvPr>
        </p:nvSpPr>
        <p:spPr/>
        <p:txBody>
          <a:bodyPr/>
          <a:lstStyle/>
          <a:p>
            <a:fld id="{C5F9032F-975C-42E2-AF9E-FCC4BC540EFC}" type="slidenum">
              <a:rPr lang="en-IN" smtClean="0"/>
              <a:t>‹#›</a:t>
            </a:fld>
            <a:endParaRPr lang="en-IN"/>
          </a:p>
        </p:txBody>
      </p:sp>
    </p:spTree>
    <p:extLst>
      <p:ext uri="{BB962C8B-B14F-4D97-AF65-F5344CB8AC3E}">
        <p14:creationId xmlns:p14="http://schemas.microsoft.com/office/powerpoint/2010/main" val="2869264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0E105-E969-EE6C-FDDD-A17B0CAA47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AD1B87-DF1F-9474-67BA-CC47274B09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45E785-E2D8-AF2D-D1A3-2EAA963F01B6}"/>
              </a:ext>
            </a:extLst>
          </p:cNvPr>
          <p:cNvSpPr>
            <a:spLocks noGrp="1"/>
          </p:cNvSpPr>
          <p:nvPr>
            <p:ph type="dt" sz="half" idx="10"/>
          </p:nvPr>
        </p:nvSpPr>
        <p:spPr/>
        <p:txBody>
          <a:bodyPr/>
          <a:lstStyle/>
          <a:p>
            <a:fld id="{891FC403-21C5-4A74-BAD5-E43A2CA42B6B}" type="datetimeFigureOut">
              <a:rPr lang="en-IN" smtClean="0"/>
              <a:t>29-05-2025</a:t>
            </a:fld>
            <a:endParaRPr lang="en-IN"/>
          </a:p>
        </p:txBody>
      </p:sp>
      <p:sp>
        <p:nvSpPr>
          <p:cNvPr id="5" name="Footer Placeholder 4">
            <a:extLst>
              <a:ext uri="{FF2B5EF4-FFF2-40B4-BE49-F238E27FC236}">
                <a16:creationId xmlns:a16="http://schemas.microsoft.com/office/drawing/2014/main" id="{7ACFA25D-E29F-D3E8-A544-2BBDF46FC8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DAD94D-15B2-AE00-3954-026EBC8076EB}"/>
              </a:ext>
            </a:extLst>
          </p:cNvPr>
          <p:cNvSpPr>
            <a:spLocks noGrp="1"/>
          </p:cNvSpPr>
          <p:nvPr>
            <p:ph type="sldNum" sz="quarter" idx="12"/>
          </p:nvPr>
        </p:nvSpPr>
        <p:spPr/>
        <p:txBody>
          <a:bodyPr/>
          <a:lstStyle/>
          <a:p>
            <a:fld id="{C5F9032F-975C-42E2-AF9E-FCC4BC540EFC}" type="slidenum">
              <a:rPr lang="en-IN" smtClean="0"/>
              <a:t>‹#›</a:t>
            </a:fld>
            <a:endParaRPr lang="en-IN"/>
          </a:p>
        </p:txBody>
      </p:sp>
    </p:spTree>
    <p:extLst>
      <p:ext uri="{BB962C8B-B14F-4D97-AF65-F5344CB8AC3E}">
        <p14:creationId xmlns:p14="http://schemas.microsoft.com/office/powerpoint/2010/main" val="2393506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C4471-8B1F-0A1C-904F-67820213A9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5FBD74A-4790-86B9-4171-489FAB5C24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35D26A-5F88-4E1A-EF76-A30979F17367}"/>
              </a:ext>
            </a:extLst>
          </p:cNvPr>
          <p:cNvSpPr>
            <a:spLocks noGrp="1"/>
          </p:cNvSpPr>
          <p:nvPr>
            <p:ph type="dt" sz="half" idx="10"/>
          </p:nvPr>
        </p:nvSpPr>
        <p:spPr/>
        <p:txBody>
          <a:bodyPr/>
          <a:lstStyle/>
          <a:p>
            <a:fld id="{891FC403-21C5-4A74-BAD5-E43A2CA42B6B}" type="datetimeFigureOut">
              <a:rPr lang="en-IN" smtClean="0"/>
              <a:t>29-05-2025</a:t>
            </a:fld>
            <a:endParaRPr lang="en-IN"/>
          </a:p>
        </p:txBody>
      </p:sp>
      <p:sp>
        <p:nvSpPr>
          <p:cNvPr id="5" name="Footer Placeholder 4">
            <a:extLst>
              <a:ext uri="{FF2B5EF4-FFF2-40B4-BE49-F238E27FC236}">
                <a16:creationId xmlns:a16="http://schemas.microsoft.com/office/drawing/2014/main" id="{BE5BB8E1-1197-95AC-655D-81E951D1C4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B9E982-5D34-BE0A-2B87-6AC415104ED1}"/>
              </a:ext>
            </a:extLst>
          </p:cNvPr>
          <p:cNvSpPr>
            <a:spLocks noGrp="1"/>
          </p:cNvSpPr>
          <p:nvPr>
            <p:ph type="sldNum" sz="quarter" idx="12"/>
          </p:nvPr>
        </p:nvSpPr>
        <p:spPr/>
        <p:txBody>
          <a:bodyPr/>
          <a:lstStyle/>
          <a:p>
            <a:fld id="{C5F9032F-975C-42E2-AF9E-FCC4BC540EFC}" type="slidenum">
              <a:rPr lang="en-IN" smtClean="0"/>
              <a:t>‹#›</a:t>
            </a:fld>
            <a:endParaRPr lang="en-IN"/>
          </a:p>
        </p:txBody>
      </p:sp>
    </p:spTree>
    <p:extLst>
      <p:ext uri="{BB962C8B-B14F-4D97-AF65-F5344CB8AC3E}">
        <p14:creationId xmlns:p14="http://schemas.microsoft.com/office/powerpoint/2010/main" val="3487575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BB7F1-B426-9BA3-34BF-B6DAEE6991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4FD2A8-6102-E892-E7DA-C89C1EB56E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B02940F-8402-132C-67FA-9E55F289E7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738708F-7075-E412-34AC-1ACE2FA398CA}"/>
              </a:ext>
            </a:extLst>
          </p:cNvPr>
          <p:cNvSpPr>
            <a:spLocks noGrp="1"/>
          </p:cNvSpPr>
          <p:nvPr>
            <p:ph type="dt" sz="half" idx="10"/>
          </p:nvPr>
        </p:nvSpPr>
        <p:spPr/>
        <p:txBody>
          <a:bodyPr/>
          <a:lstStyle/>
          <a:p>
            <a:fld id="{891FC403-21C5-4A74-BAD5-E43A2CA42B6B}" type="datetimeFigureOut">
              <a:rPr lang="en-IN" smtClean="0"/>
              <a:t>29-05-2025</a:t>
            </a:fld>
            <a:endParaRPr lang="en-IN"/>
          </a:p>
        </p:txBody>
      </p:sp>
      <p:sp>
        <p:nvSpPr>
          <p:cNvPr id="6" name="Footer Placeholder 5">
            <a:extLst>
              <a:ext uri="{FF2B5EF4-FFF2-40B4-BE49-F238E27FC236}">
                <a16:creationId xmlns:a16="http://schemas.microsoft.com/office/drawing/2014/main" id="{F9939DFB-E1AE-8123-411A-E6C0C1955D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941015-5CE5-8190-6E5C-04F373D22CAD}"/>
              </a:ext>
            </a:extLst>
          </p:cNvPr>
          <p:cNvSpPr>
            <a:spLocks noGrp="1"/>
          </p:cNvSpPr>
          <p:nvPr>
            <p:ph type="sldNum" sz="quarter" idx="12"/>
          </p:nvPr>
        </p:nvSpPr>
        <p:spPr/>
        <p:txBody>
          <a:bodyPr/>
          <a:lstStyle/>
          <a:p>
            <a:fld id="{C5F9032F-975C-42E2-AF9E-FCC4BC540EFC}" type="slidenum">
              <a:rPr lang="en-IN" smtClean="0"/>
              <a:t>‹#›</a:t>
            </a:fld>
            <a:endParaRPr lang="en-IN"/>
          </a:p>
        </p:txBody>
      </p:sp>
    </p:spTree>
    <p:extLst>
      <p:ext uri="{BB962C8B-B14F-4D97-AF65-F5344CB8AC3E}">
        <p14:creationId xmlns:p14="http://schemas.microsoft.com/office/powerpoint/2010/main" val="1122820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F5C3D-B360-4799-56B4-2501B82668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339659-BD9E-02E3-0615-806763AC3B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FA5FD8-24B1-D7D4-F877-28BBD7F185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A1128-AF2B-231A-7FBE-62C66D88C3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E0F843-B2D3-62C4-D8BB-E2E2917732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1523066-74B2-BCEA-9DD0-B44CC3C1337A}"/>
              </a:ext>
            </a:extLst>
          </p:cNvPr>
          <p:cNvSpPr>
            <a:spLocks noGrp="1"/>
          </p:cNvSpPr>
          <p:nvPr>
            <p:ph type="dt" sz="half" idx="10"/>
          </p:nvPr>
        </p:nvSpPr>
        <p:spPr/>
        <p:txBody>
          <a:bodyPr/>
          <a:lstStyle/>
          <a:p>
            <a:fld id="{891FC403-21C5-4A74-BAD5-E43A2CA42B6B}" type="datetimeFigureOut">
              <a:rPr lang="en-IN" smtClean="0"/>
              <a:t>29-05-2025</a:t>
            </a:fld>
            <a:endParaRPr lang="en-IN"/>
          </a:p>
        </p:txBody>
      </p:sp>
      <p:sp>
        <p:nvSpPr>
          <p:cNvPr id="8" name="Footer Placeholder 7">
            <a:extLst>
              <a:ext uri="{FF2B5EF4-FFF2-40B4-BE49-F238E27FC236}">
                <a16:creationId xmlns:a16="http://schemas.microsoft.com/office/drawing/2014/main" id="{FCD2EFE2-1734-5357-0A1F-E62BBF73E4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754E30-A4EF-396E-5D2A-84F19DE21C66}"/>
              </a:ext>
            </a:extLst>
          </p:cNvPr>
          <p:cNvSpPr>
            <a:spLocks noGrp="1"/>
          </p:cNvSpPr>
          <p:nvPr>
            <p:ph type="sldNum" sz="quarter" idx="12"/>
          </p:nvPr>
        </p:nvSpPr>
        <p:spPr/>
        <p:txBody>
          <a:bodyPr/>
          <a:lstStyle/>
          <a:p>
            <a:fld id="{C5F9032F-975C-42E2-AF9E-FCC4BC540EFC}" type="slidenum">
              <a:rPr lang="en-IN" smtClean="0"/>
              <a:t>‹#›</a:t>
            </a:fld>
            <a:endParaRPr lang="en-IN"/>
          </a:p>
        </p:txBody>
      </p:sp>
    </p:spTree>
    <p:extLst>
      <p:ext uri="{BB962C8B-B14F-4D97-AF65-F5344CB8AC3E}">
        <p14:creationId xmlns:p14="http://schemas.microsoft.com/office/powerpoint/2010/main" val="341339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4B00B-85CC-6A4C-7649-2B8A0EC04AB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B4A8DEA-08FD-0D0A-3835-7535D8B88B54}"/>
              </a:ext>
            </a:extLst>
          </p:cNvPr>
          <p:cNvSpPr>
            <a:spLocks noGrp="1"/>
          </p:cNvSpPr>
          <p:nvPr>
            <p:ph type="dt" sz="half" idx="10"/>
          </p:nvPr>
        </p:nvSpPr>
        <p:spPr/>
        <p:txBody>
          <a:bodyPr/>
          <a:lstStyle/>
          <a:p>
            <a:fld id="{891FC403-21C5-4A74-BAD5-E43A2CA42B6B}" type="datetimeFigureOut">
              <a:rPr lang="en-IN" smtClean="0"/>
              <a:t>29-05-2025</a:t>
            </a:fld>
            <a:endParaRPr lang="en-IN"/>
          </a:p>
        </p:txBody>
      </p:sp>
      <p:sp>
        <p:nvSpPr>
          <p:cNvPr id="4" name="Footer Placeholder 3">
            <a:extLst>
              <a:ext uri="{FF2B5EF4-FFF2-40B4-BE49-F238E27FC236}">
                <a16:creationId xmlns:a16="http://schemas.microsoft.com/office/drawing/2014/main" id="{B8186645-449F-6A33-8EEF-57A93CBC662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6268575-45CD-D68A-A953-7E3DB5C2F416}"/>
              </a:ext>
            </a:extLst>
          </p:cNvPr>
          <p:cNvSpPr>
            <a:spLocks noGrp="1"/>
          </p:cNvSpPr>
          <p:nvPr>
            <p:ph type="sldNum" sz="quarter" idx="12"/>
          </p:nvPr>
        </p:nvSpPr>
        <p:spPr/>
        <p:txBody>
          <a:bodyPr/>
          <a:lstStyle/>
          <a:p>
            <a:fld id="{C5F9032F-975C-42E2-AF9E-FCC4BC540EFC}" type="slidenum">
              <a:rPr lang="en-IN" smtClean="0"/>
              <a:t>‹#›</a:t>
            </a:fld>
            <a:endParaRPr lang="en-IN"/>
          </a:p>
        </p:txBody>
      </p:sp>
    </p:spTree>
    <p:extLst>
      <p:ext uri="{BB962C8B-B14F-4D97-AF65-F5344CB8AC3E}">
        <p14:creationId xmlns:p14="http://schemas.microsoft.com/office/powerpoint/2010/main" val="3958935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3A1D73-689F-F0B3-DDA2-6BC462FA7C8B}"/>
              </a:ext>
            </a:extLst>
          </p:cNvPr>
          <p:cNvSpPr>
            <a:spLocks noGrp="1"/>
          </p:cNvSpPr>
          <p:nvPr>
            <p:ph type="dt" sz="half" idx="10"/>
          </p:nvPr>
        </p:nvSpPr>
        <p:spPr/>
        <p:txBody>
          <a:bodyPr/>
          <a:lstStyle/>
          <a:p>
            <a:fld id="{891FC403-21C5-4A74-BAD5-E43A2CA42B6B}" type="datetimeFigureOut">
              <a:rPr lang="en-IN" smtClean="0"/>
              <a:t>29-05-2025</a:t>
            </a:fld>
            <a:endParaRPr lang="en-IN"/>
          </a:p>
        </p:txBody>
      </p:sp>
      <p:sp>
        <p:nvSpPr>
          <p:cNvPr id="3" name="Footer Placeholder 2">
            <a:extLst>
              <a:ext uri="{FF2B5EF4-FFF2-40B4-BE49-F238E27FC236}">
                <a16:creationId xmlns:a16="http://schemas.microsoft.com/office/drawing/2014/main" id="{22CD3FEF-0274-8458-2D50-63DF167716A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F014AD7-E528-B11D-C3EB-17A0629C64A9}"/>
              </a:ext>
            </a:extLst>
          </p:cNvPr>
          <p:cNvSpPr>
            <a:spLocks noGrp="1"/>
          </p:cNvSpPr>
          <p:nvPr>
            <p:ph type="sldNum" sz="quarter" idx="12"/>
          </p:nvPr>
        </p:nvSpPr>
        <p:spPr/>
        <p:txBody>
          <a:bodyPr/>
          <a:lstStyle/>
          <a:p>
            <a:fld id="{C5F9032F-975C-42E2-AF9E-FCC4BC540EFC}" type="slidenum">
              <a:rPr lang="en-IN" smtClean="0"/>
              <a:t>‹#›</a:t>
            </a:fld>
            <a:endParaRPr lang="en-IN"/>
          </a:p>
        </p:txBody>
      </p:sp>
    </p:spTree>
    <p:extLst>
      <p:ext uri="{BB962C8B-B14F-4D97-AF65-F5344CB8AC3E}">
        <p14:creationId xmlns:p14="http://schemas.microsoft.com/office/powerpoint/2010/main" val="1073871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97D58-7892-2C4E-743E-2D27C6D1B4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23FDA6E-F1BD-DE14-7D9C-F6A97F3771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2305E3-4390-740F-A624-050D809257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E57E63-9684-4281-D64A-9BFE9E850F53}"/>
              </a:ext>
            </a:extLst>
          </p:cNvPr>
          <p:cNvSpPr>
            <a:spLocks noGrp="1"/>
          </p:cNvSpPr>
          <p:nvPr>
            <p:ph type="dt" sz="half" idx="10"/>
          </p:nvPr>
        </p:nvSpPr>
        <p:spPr/>
        <p:txBody>
          <a:bodyPr/>
          <a:lstStyle/>
          <a:p>
            <a:fld id="{891FC403-21C5-4A74-BAD5-E43A2CA42B6B}" type="datetimeFigureOut">
              <a:rPr lang="en-IN" smtClean="0"/>
              <a:t>29-05-2025</a:t>
            </a:fld>
            <a:endParaRPr lang="en-IN"/>
          </a:p>
        </p:txBody>
      </p:sp>
      <p:sp>
        <p:nvSpPr>
          <p:cNvPr id="6" name="Footer Placeholder 5">
            <a:extLst>
              <a:ext uri="{FF2B5EF4-FFF2-40B4-BE49-F238E27FC236}">
                <a16:creationId xmlns:a16="http://schemas.microsoft.com/office/drawing/2014/main" id="{2E0F5034-0603-544E-09D7-FFEAD8C5C5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EE5BD9-405B-6A14-9587-6049CAAD80EF}"/>
              </a:ext>
            </a:extLst>
          </p:cNvPr>
          <p:cNvSpPr>
            <a:spLocks noGrp="1"/>
          </p:cNvSpPr>
          <p:nvPr>
            <p:ph type="sldNum" sz="quarter" idx="12"/>
          </p:nvPr>
        </p:nvSpPr>
        <p:spPr/>
        <p:txBody>
          <a:bodyPr/>
          <a:lstStyle/>
          <a:p>
            <a:fld id="{C5F9032F-975C-42E2-AF9E-FCC4BC540EFC}" type="slidenum">
              <a:rPr lang="en-IN" smtClean="0"/>
              <a:t>‹#›</a:t>
            </a:fld>
            <a:endParaRPr lang="en-IN"/>
          </a:p>
        </p:txBody>
      </p:sp>
    </p:spTree>
    <p:extLst>
      <p:ext uri="{BB962C8B-B14F-4D97-AF65-F5344CB8AC3E}">
        <p14:creationId xmlns:p14="http://schemas.microsoft.com/office/powerpoint/2010/main" val="2260487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63449-00C5-3F43-78CF-F58CB7B443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920A2BD-4F26-C461-0F79-C1096A4111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1541489-870D-46A6-1280-C1B2D3BFA8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E70792-78C1-832B-E5D9-73D738116587}"/>
              </a:ext>
            </a:extLst>
          </p:cNvPr>
          <p:cNvSpPr>
            <a:spLocks noGrp="1"/>
          </p:cNvSpPr>
          <p:nvPr>
            <p:ph type="dt" sz="half" idx="10"/>
          </p:nvPr>
        </p:nvSpPr>
        <p:spPr/>
        <p:txBody>
          <a:bodyPr/>
          <a:lstStyle/>
          <a:p>
            <a:fld id="{891FC403-21C5-4A74-BAD5-E43A2CA42B6B}" type="datetimeFigureOut">
              <a:rPr lang="en-IN" smtClean="0"/>
              <a:t>29-05-2025</a:t>
            </a:fld>
            <a:endParaRPr lang="en-IN"/>
          </a:p>
        </p:txBody>
      </p:sp>
      <p:sp>
        <p:nvSpPr>
          <p:cNvPr id="6" name="Footer Placeholder 5">
            <a:extLst>
              <a:ext uri="{FF2B5EF4-FFF2-40B4-BE49-F238E27FC236}">
                <a16:creationId xmlns:a16="http://schemas.microsoft.com/office/drawing/2014/main" id="{03E835F6-DC90-BC2D-597A-6F025A736D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D69096-6F5D-CDB3-3338-ED1F50CA8FA7}"/>
              </a:ext>
            </a:extLst>
          </p:cNvPr>
          <p:cNvSpPr>
            <a:spLocks noGrp="1"/>
          </p:cNvSpPr>
          <p:nvPr>
            <p:ph type="sldNum" sz="quarter" idx="12"/>
          </p:nvPr>
        </p:nvSpPr>
        <p:spPr/>
        <p:txBody>
          <a:bodyPr/>
          <a:lstStyle/>
          <a:p>
            <a:fld id="{C5F9032F-975C-42E2-AF9E-FCC4BC540EFC}" type="slidenum">
              <a:rPr lang="en-IN" smtClean="0"/>
              <a:t>‹#›</a:t>
            </a:fld>
            <a:endParaRPr lang="en-IN"/>
          </a:p>
        </p:txBody>
      </p:sp>
    </p:spTree>
    <p:extLst>
      <p:ext uri="{BB962C8B-B14F-4D97-AF65-F5344CB8AC3E}">
        <p14:creationId xmlns:p14="http://schemas.microsoft.com/office/powerpoint/2010/main" val="649609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FC024-661C-E267-E4C1-369A0A4F31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1507B1-61DB-24B7-5459-8D16243664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9E38E-3327-1C6E-A5E9-A52AEDEB54BC}"/>
              </a:ext>
            </a:extLst>
          </p:cNvPr>
          <p:cNvSpPr>
            <a:spLocks noGrp="1"/>
          </p:cNvSpPr>
          <p:nvPr>
            <p:ph type="dt" sz="half" idx="10"/>
          </p:nvPr>
        </p:nvSpPr>
        <p:spPr/>
        <p:txBody>
          <a:bodyPr/>
          <a:lstStyle/>
          <a:p>
            <a:fld id="{891FC403-21C5-4A74-BAD5-E43A2CA42B6B}" type="datetimeFigureOut">
              <a:rPr lang="en-IN" smtClean="0"/>
              <a:t>29-05-2025</a:t>
            </a:fld>
            <a:endParaRPr lang="en-IN"/>
          </a:p>
        </p:txBody>
      </p:sp>
      <p:sp>
        <p:nvSpPr>
          <p:cNvPr id="5" name="Footer Placeholder 4">
            <a:extLst>
              <a:ext uri="{FF2B5EF4-FFF2-40B4-BE49-F238E27FC236}">
                <a16:creationId xmlns:a16="http://schemas.microsoft.com/office/drawing/2014/main" id="{F7A23F96-28F3-4506-C0BD-FAD3EA38E4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B0AAA3-8733-4A60-1CF9-D335A4CF43F5}"/>
              </a:ext>
            </a:extLst>
          </p:cNvPr>
          <p:cNvSpPr>
            <a:spLocks noGrp="1"/>
          </p:cNvSpPr>
          <p:nvPr>
            <p:ph type="sldNum" sz="quarter" idx="12"/>
          </p:nvPr>
        </p:nvSpPr>
        <p:spPr/>
        <p:txBody>
          <a:bodyPr/>
          <a:lstStyle/>
          <a:p>
            <a:fld id="{C5F9032F-975C-42E2-AF9E-FCC4BC540EFC}" type="slidenum">
              <a:rPr lang="en-IN" smtClean="0"/>
              <a:t>‹#›</a:t>
            </a:fld>
            <a:endParaRPr lang="en-IN"/>
          </a:p>
        </p:txBody>
      </p:sp>
    </p:spTree>
    <p:extLst>
      <p:ext uri="{BB962C8B-B14F-4D97-AF65-F5344CB8AC3E}">
        <p14:creationId xmlns:p14="http://schemas.microsoft.com/office/powerpoint/2010/main" val="307147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B90C42-0E8A-D574-8662-94687F5263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679BBC-F8A8-9C91-7E3E-596FFA65FB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E6E577-F08F-200A-F500-8E48935A1481}"/>
              </a:ext>
            </a:extLst>
          </p:cNvPr>
          <p:cNvSpPr>
            <a:spLocks noGrp="1"/>
          </p:cNvSpPr>
          <p:nvPr>
            <p:ph type="dt" sz="half" idx="10"/>
          </p:nvPr>
        </p:nvSpPr>
        <p:spPr/>
        <p:txBody>
          <a:bodyPr/>
          <a:lstStyle/>
          <a:p>
            <a:fld id="{891FC403-21C5-4A74-BAD5-E43A2CA42B6B}" type="datetimeFigureOut">
              <a:rPr lang="en-IN" smtClean="0"/>
              <a:t>29-05-2025</a:t>
            </a:fld>
            <a:endParaRPr lang="en-IN"/>
          </a:p>
        </p:txBody>
      </p:sp>
      <p:sp>
        <p:nvSpPr>
          <p:cNvPr id="5" name="Footer Placeholder 4">
            <a:extLst>
              <a:ext uri="{FF2B5EF4-FFF2-40B4-BE49-F238E27FC236}">
                <a16:creationId xmlns:a16="http://schemas.microsoft.com/office/drawing/2014/main" id="{4376F834-2527-72A4-A6D6-775D6215D9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B7075D-1DE0-0537-0BFB-C06FD2792D9C}"/>
              </a:ext>
            </a:extLst>
          </p:cNvPr>
          <p:cNvSpPr>
            <a:spLocks noGrp="1"/>
          </p:cNvSpPr>
          <p:nvPr>
            <p:ph type="sldNum" sz="quarter" idx="12"/>
          </p:nvPr>
        </p:nvSpPr>
        <p:spPr/>
        <p:txBody>
          <a:bodyPr/>
          <a:lstStyle/>
          <a:p>
            <a:fld id="{C5F9032F-975C-42E2-AF9E-FCC4BC540EFC}" type="slidenum">
              <a:rPr lang="en-IN" smtClean="0"/>
              <a:t>‹#›</a:t>
            </a:fld>
            <a:endParaRPr lang="en-IN"/>
          </a:p>
        </p:txBody>
      </p:sp>
    </p:spTree>
    <p:extLst>
      <p:ext uri="{BB962C8B-B14F-4D97-AF65-F5344CB8AC3E}">
        <p14:creationId xmlns:p14="http://schemas.microsoft.com/office/powerpoint/2010/main" val="3632032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8F422-89F7-80D9-A7ED-CFE30248FA56}"/>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FCDC06-83D2-7CD6-8480-02A7E486FEEA}"/>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F26010-CA84-7736-4105-F9F6369453A8}"/>
              </a:ext>
            </a:extLst>
          </p:cNvPr>
          <p:cNvSpPr>
            <a:spLocks noGrp="1"/>
          </p:cNvSpPr>
          <p:nvPr>
            <p:ph type="dt" sz="half" idx="10"/>
          </p:nvPr>
        </p:nvSpPr>
        <p:spPr/>
        <p:txBody>
          <a:bodyPr/>
          <a:lstStyle/>
          <a:p>
            <a:fld id="{891FC403-21C5-4A74-BAD5-E43A2CA42B6B}" type="datetimeFigureOut">
              <a:rPr lang="en-IN" smtClean="0"/>
              <a:t>29-05-2025</a:t>
            </a:fld>
            <a:endParaRPr lang="en-IN"/>
          </a:p>
        </p:txBody>
      </p:sp>
      <p:sp>
        <p:nvSpPr>
          <p:cNvPr id="5" name="Footer Placeholder 4">
            <a:extLst>
              <a:ext uri="{FF2B5EF4-FFF2-40B4-BE49-F238E27FC236}">
                <a16:creationId xmlns:a16="http://schemas.microsoft.com/office/drawing/2014/main" id="{DC80650D-7DA2-480D-2BDB-C035718DBF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3229FB-B2ED-11A0-CB17-0B8009FE9928}"/>
              </a:ext>
            </a:extLst>
          </p:cNvPr>
          <p:cNvSpPr>
            <a:spLocks noGrp="1"/>
          </p:cNvSpPr>
          <p:nvPr>
            <p:ph type="sldNum" sz="quarter" idx="12"/>
          </p:nvPr>
        </p:nvSpPr>
        <p:spPr/>
        <p:txBody>
          <a:bodyPr/>
          <a:lstStyle/>
          <a:p>
            <a:fld id="{C5F9032F-975C-42E2-AF9E-FCC4BC540EFC}" type="slidenum">
              <a:rPr lang="en-IN" smtClean="0"/>
              <a:t>‹#›</a:t>
            </a:fld>
            <a:endParaRPr lang="en-IN"/>
          </a:p>
        </p:txBody>
      </p:sp>
    </p:spTree>
    <p:extLst>
      <p:ext uri="{BB962C8B-B14F-4D97-AF65-F5344CB8AC3E}">
        <p14:creationId xmlns:p14="http://schemas.microsoft.com/office/powerpoint/2010/main" val="1761264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8B90EE-A404-42B4-C0A8-329FFE2AE5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516559-608D-579B-E39E-278C369A3D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95D043-3315-A782-527E-2A8EFC5F71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1FC403-21C5-4A74-BAD5-E43A2CA42B6B}" type="datetimeFigureOut">
              <a:rPr lang="en-IN" smtClean="0"/>
              <a:t>29-05-2025</a:t>
            </a:fld>
            <a:endParaRPr lang="en-IN"/>
          </a:p>
        </p:txBody>
      </p:sp>
      <p:sp>
        <p:nvSpPr>
          <p:cNvPr id="5" name="Footer Placeholder 4">
            <a:extLst>
              <a:ext uri="{FF2B5EF4-FFF2-40B4-BE49-F238E27FC236}">
                <a16:creationId xmlns:a16="http://schemas.microsoft.com/office/drawing/2014/main" id="{E1793155-E087-80FC-A0FC-135F9FE5EC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F72A930-C6B9-480A-14FB-39FEFE1499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F9032F-975C-42E2-AF9E-FCC4BC540EFC}" type="slidenum">
              <a:rPr lang="en-IN" smtClean="0"/>
              <a:t>‹#›</a:t>
            </a:fld>
            <a:endParaRPr lang="en-IN"/>
          </a:p>
        </p:txBody>
      </p:sp>
    </p:spTree>
    <p:extLst>
      <p:ext uri="{BB962C8B-B14F-4D97-AF65-F5344CB8AC3E}">
        <p14:creationId xmlns:p14="http://schemas.microsoft.com/office/powerpoint/2010/main" val="2624146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2.jpeg"/><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Leaf on test tubes">
            <a:extLst>
              <a:ext uri="{FF2B5EF4-FFF2-40B4-BE49-F238E27FC236}">
                <a16:creationId xmlns:a16="http://schemas.microsoft.com/office/drawing/2014/main" id="{66D429E1-CB92-A2B6-89CA-8D3D7153A66C}"/>
              </a:ext>
            </a:extLst>
          </p:cNvPr>
          <p:cNvPicPr>
            <a:picLocks noChangeAspect="1"/>
          </p:cNvPicPr>
          <p:nvPr/>
        </p:nvPicPr>
        <p:blipFill>
          <a:blip r:embed="rId2">
            <a:alphaModFix amt="50000"/>
          </a:blip>
          <a:srcRect b="15730"/>
          <a:stretch/>
        </p:blipFill>
        <p:spPr>
          <a:xfrm>
            <a:off x="20" y="1"/>
            <a:ext cx="12191980" cy="6857999"/>
          </a:xfrm>
          <a:prstGeom prst="rect">
            <a:avLst/>
          </a:prstGeom>
        </p:spPr>
      </p:pic>
      <p:sp>
        <p:nvSpPr>
          <p:cNvPr id="2" name="Title 1">
            <a:extLst>
              <a:ext uri="{FF2B5EF4-FFF2-40B4-BE49-F238E27FC236}">
                <a16:creationId xmlns:a16="http://schemas.microsoft.com/office/drawing/2014/main" id="{2785467A-CA81-30D1-893A-1E4447045BBC}"/>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dirty="0"/>
              <a:t>AGRICULTURE LEAF DISEASE CLASSIFICATION USING DEEP LEARNING</a:t>
            </a:r>
          </a:p>
        </p:txBody>
      </p:sp>
      <p:sp>
        <p:nvSpPr>
          <p:cNvPr id="5" name="TextBox 4">
            <a:extLst>
              <a:ext uri="{FF2B5EF4-FFF2-40B4-BE49-F238E27FC236}">
                <a16:creationId xmlns:a16="http://schemas.microsoft.com/office/drawing/2014/main" id="{9BAB18C9-C4A5-64BB-792D-126E7104C067}"/>
              </a:ext>
            </a:extLst>
          </p:cNvPr>
          <p:cNvSpPr txBox="1"/>
          <p:nvPr/>
        </p:nvSpPr>
        <p:spPr>
          <a:xfrm>
            <a:off x="8510769" y="4749534"/>
            <a:ext cx="3450859" cy="1972207"/>
          </a:xfrm>
          <a:prstGeom prst="rect">
            <a:avLst/>
          </a:prstGeom>
          <a:noFill/>
        </p:spPr>
        <p:txBody>
          <a:bodyPr wrap="square">
            <a:spAutoFit/>
          </a:bodyPr>
          <a:lstStyle/>
          <a:p>
            <a:pPr algn="ctr">
              <a:lnSpc>
                <a:spcPct val="107000"/>
              </a:lnSpc>
              <a:spcAft>
                <a:spcPts val="800"/>
              </a:spcAft>
              <a:buNone/>
            </a:pP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Submitted by</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7000"/>
              </a:lnSpc>
              <a:spcAft>
                <a:spcPts val="800"/>
              </a:spcAft>
              <a:buNone/>
            </a:pP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RAVEEN D (960121243038)</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7000"/>
              </a:lnSpc>
              <a:spcAft>
                <a:spcPts val="800"/>
              </a:spcAft>
              <a:buNone/>
            </a:pP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DEEPAK M (960121243012)</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7000"/>
              </a:lnSpc>
              <a:spcAft>
                <a:spcPts val="800"/>
              </a:spcAft>
              <a:buNone/>
            </a:pP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RACHEL D (960121243035)</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7000"/>
              </a:lnSpc>
              <a:spcAft>
                <a:spcPts val="800"/>
              </a:spcAft>
            </a:pP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ANUSHA  S (960121243006)</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97E0FDCE-0753-C7D6-F1A2-09BB96BDF8E7}"/>
              </a:ext>
            </a:extLst>
          </p:cNvPr>
          <p:cNvSpPr txBox="1"/>
          <p:nvPr/>
        </p:nvSpPr>
        <p:spPr>
          <a:xfrm>
            <a:off x="4216544" y="4133002"/>
            <a:ext cx="3758911" cy="672748"/>
          </a:xfrm>
          <a:prstGeom prst="rect">
            <a:avLst/>
          </a:prstGeom>
          <a:noFill/>
        </p:spPr>
        <p:txBody>
          <a:bodyPr wrap="square">
            <a:spAutoFit/>
          </a:bodyPr>
          <a:lstStyle/>
          <a:p>
            <a:pPr algn="ctr">
              <a:lnSpc>
                <a:spcPct val="107000"/>
              </a:lnSpc>
              <a:spcAft>
                <a:spcPts val="800"/>
              </a:spcAft>
            </a:pP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GUIDED BY : MRS. S.SANGEETHA</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7777443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9384B-4779-1328-BDB8-C4050F6CE7F6}"/>
              </a:ext>
            </a:extLst>
          </p:cNvPr>
          <p:cNvSpPr>
            <a:spLocks noGrp="1"/>
          </p:cNvSpPr>
          <p:nvPr>
            <p:ph type="title"/>
          </p:nvPr>
        </p:nvSpPr>
        <p:spPr/>
        <p:txBody>
          <a:bodyPr/>
          <a:lstStyle/>
          <a:p>
            <a:r>
              <a:rPr lang="en-US" dirty="0"/>
              <a:t>Abstract</a:t>
            </a:r>
            <a:endParaRPr lang="en-IN" dirty="0"/>
          </a:p>
        </p:txBody>
      </p:sp>
      <p:sp>
        <p:nvSpPr>
          <p:cNvPr id="3" name="Text Placeholder 2">
            <a:extLst>
              <a:ext uri="{FF2B5EF4-FFF2-40B4-BE49-F238E27FC236}">
                <a16:creationId xmlns:a16="http://schemas.microsoft.com/office/drawing/2014/main" id="{ED78E195-5271-A19B-F1A7-8CD1468538F7}"/>
              </a:ext>
            </a:extLst>
          </p:cNvPr>
          <p:cNvSpPr>
            <a:spLocks noGrp="1"/>
          </p:cNvSpPr>
          <p:nvPr>
            <p:ph type="body" idx="1"/>
          </p:nvPr>
        </p:nvSpPr>
        <p:spPr/>
        <p:txBody>
          <a:bodyPr>
            <a:normAutofit/>
          </a:bodyPr>
          <a:lstStyle/>
          <a:p>
            <a:pPr marL="0" indent="0">
              <a:buNone/>
            </a:pPr>
            <a:r>
              <a:rPr lang="en-US" sz="1400" dirty="0"/>
              <a:t>Agriculture leaf disease classification using deep-learning focuses on the detection of plant diseases using deep learning techniques, specifically leveraging the MobileNetV2 architecture. The Plant Village - Agricultural Leaf Disease Dataset, which includes a large collection of leaf images from 42 disease classes, is used for training, testing, and validating the model. The dataset comprises 28,830 images in both the training and test sets, with an additional 11,527 images in the validation set. The images are categorized into different classes representing various plant diseases or healthy leaves. The core of the detection system is MobileNetV2, a lightweight and efficient deep convolutional neural network (CNN) architecture developed by Google. MobileNetV2 is designed for mobile and embedded vision applications, balancing high accuracy with low computational cost. It utilizes depthwise separable convolutions, significantly reducing the number of parameters and operations compared to traditional CNNs, making it suitable for resource-constrained devices. Moreover, Inverted Residuals and Linear Bottlenecks allow the model to maintain performance with fewer resources, ensuring efficient feature extraction for image classification tasks. Pre-trained on the ImageNet dataset, MobileNetV2 is fine-tuned for plant disease detection, including conditions such as Apple Scab, Leaf Blast, and Powdery Mildew. The model can be deployed on mobile devices and IoT systems for real-time plant disease classification and monitoring. This system aims to automate plant disease detection, providing an effective tool for agricultural monitoring, ensuring timely intervention, and reducing the spread of plant diseases.</a:t>
            </a:r>
            <a:endParaRPr lang="en-IN" sz="1400" dirty="0"/>
          </a:p>
        </p:txBody>
      </p:sp>
    </p:spTree>
    <p:extLst>
      <p:ext uri="{BB962C8B-B14F-4D97-AF65-F5344CB8AC3E}">
        <p14:creationId xmlns:p14="http://schemas.microsoft.com/office/powerpoint/2010/main" val="1029524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CADB1E-6B5F-B06E-DB2B-93B5EDD25EF9}"/>
              </a:ext>
            </a:extLst>
          </p:cNvPr>
          <p:cNvSpPr>
            <a:spLocks noGrp="1"/>
          </p:cNvSpPr>
          <p:nvPr>
            <p:ph type="title"/>
          </p:nvPr>
        </p:nvSpPr>
        <p:spPr>
          <a:xfrm>
            <a:off x="761800" y="762001"/>
            <a:ext cx="5334197" cy="1708242"/>
          </a:xfrm>
        </p:spPr>
        <p:txBody>
          <a:bodyPr vert="horz" lIns="91440" tIns="45720" rIns="91440" bIns="45720" rtlCol="0" anchor="ctr">
            <a:normAutofit/>
          </a:bodyPr>
          <a:lstStyle/>
          <a:p>
            <a:r>
              <a:rPr lang="en-US" sz="4000"/>
              <a:t>Problem Statement</a:t>
            </a:r>
          </a:p>
        </p:txBody>
      </p:sp>
      <p:sp>
        <p:nvSpPr>
          <p:cNvPr id="3" name="Text Placeholder 2">
            <a:extLst>
              <a:ext uri="{FF2B5EF4-FFF2-40B4-BE49-F238E27FC236}">
                <a16:creationId xmlns:a16="http://schemas.microsoft.com/office/drawing/2014/main" id="{B0B4E650-C732-F3E4-BAD5-3263E9222974}"/>
              </a:ext>
            </a:extLst>
          </p:cNvPr>
          <p:cNvSpPr>
            <a:spLocks noGrp="1"/>
          </p:cNvSpPr>
          <p:nvPr>
            <p:ph type="body" idx="1"/>
          </p:nvPr>
        </p:nvSpPr>
        <p:spPr>
          <a:xfrm>
            <a:off x="761800" y="2470244"/>
            <a:ext cx="5334197" cy="3769835"/>
          </a:xfrm>
        </p:spPr>
        <p:txBody>
          <a:bodyPr vert="horz" lIns="91440" tIns="45720" rIns="91440" bIns="45720" rtlCol="0" anchor="ctr">
            <a:normAutofit/>
          </a:bodyPr>
          <a:lstStyle/>
          <a:p>
            <a:r>
              <a:rPr lang="en-US" sz="2000" dirty="0"/>
              <a:t>Manual disease detection is time-consuming and inaccurate; AI automates this process, enabling faster and more accurate diagnoses.</a:t>
            </a:r>
          </a:p>
        </p:txBody>
      </p:sp>
      <p:pic>
        <p:nvPicPr>
          <p:cNvPr id="5" name="Picture 4" descr="A hand holding a pen and shading circles on a sheet">
            <a:extLst>
              <a:ext uri="{FF2B5EF4-FFF2-40B4-BE49-F238E27FC236}">
                <a16:creationId xmlns:a16="http://schemas.microsoft.com/office/drawing/2014/main" id="{7CECB06A-E10C-D037-BBA3-7F809C540281}"/>
              </a:ext>
            </a:extLst>
          </p:cNvPr>
          <p:cNvPicPr>
            <a:picLocks noChangeAspect="1"/>
          </p:cNvPicPr>
          <p:nvPr/>
        </p:nvPicPr>
        <p:blipFill>
          <a:blip r:embed="rId2"/>
          <a:srcRect l="39617" r="15147"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026454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5F7ABCA-A68A-47DD-B732-76FF34C6F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F3EC68-5B7C-14A8-1C09-DC7C23F04FE6}"/>
              </a:ext>
            </a:extLst>
          </p:cNvPr>
          <p:cNvSpPr>
            <a:spLocks noGrp="1"/>
          </p:cNvSpPr>
          <p:nvPr>
            <p:ph type="title"/>
          </p:nvPr>
        </p:nvSpPr>
        <p:spPr>
          <a:xfrm>
            <a:off x="643465" y="3505199"/>
            <a:ext cx="4809068" cy="2608143"/>
          </a:xfrm>
        </p:spPr>
        <p:txBody>
          <a:bodyPr vert="horz" lIns="91440" tIns="45720" rIns="91440" bIns="45720" rtlCol="0" anchor="t">
            <a:normAutofit/>
          </a:bodyPr>
          <a:lstStyle/>
          <a:p>
            <a:pPr algn="ctr"/>
            <a:r>
              <a:rPr lang="en-US" sz="4000" kern="1200" dirty="0">
                <a:solidFill>
                  <a:schemeClr val="tx1"/>
                </a:solidFill>
                <a:latin typeface="+mj-lt"/>
                <a:ea typeface="+mj-ea"/>
                <a:cs typeface="+mj-cs"/>
              </a:rPr>
              <a:t>Overview of Dataset</a:t>
            </a:r>
          </a:p>
        </p:txBody>
      </p:sp>
      <p:pic>
        <p:nvPicPr>
          <p:cNvPr id="7" name="Graphic 6" descr="Plant">
            <a:extLst>
              <a:ext uri="{FF2B5EF4-FFF2-40B4-BE49-F238E27FC236}">
                <a16:creationId xmlns:a16="http://schemas.microsoft.com/office/drawing/2014/main" id="{7B139770-7125-B541-35A6-2D98F5EB60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0799" y="2519363"/>
            <a:ext cx="914400" cy="914400"/>
          </a:xfrm>
          <a:prstGeom prst="rect">
            <a:avLst/>
          </a:prstGeom>
        </p:spPr>
      </p:pic>
      <p:sp>
        <p:nvSpPr>
          <p:cNvPr id="3" name="Text Placeholder 2">
            <a:extLst>
              <a:ext uri="{FF2B5EF4-FFF2-40B4-BE49-F238E27FC236}">
                <a16:creationId xmlns:a16="http://schemas.microsoft.com/office/drawing/2014/main" id="{BA7D858D-54A2-41CE-3699-6E42ADE1DF5E}"/>
              </a:ext>
            </a:extLst>
          </p:cNvPr>
          <p:cNvSpPr>
            <a:spLocks noGrp="1"/>
          </p:cNvSpPr>
          <p:nvPr>
            <p:ph type="body" idx="1"/>
          </p:nvPr>
        </p:nvSpPr>
        <p:spPr>
          <a:xfrm>
            <a:off x="6007100" y="643467"/>
            <a:ext cx="5668433" cy="5401733"/>
          </a:xfrm>
        </p:spPr>
        <p:txBody>
          <a:bodyPr vert="horz" lIns="91440" tIns="45720" rIns="91440" bIns="45720" rtlCol="0" anchor="ctr">
            <a:normAutofit/>
          </a:bodyPr>
          <a:lstStyle/>
          <a:p>
            <a:r>
              <a:rPr lang="en-US" sz="1800" b="1" dirty="0"/>
              <a:t>Dataset Name:</a:t>
            </a:r>
          </a:p>
          <a:p>
            <a:r>
              <a:rPr lang="en-US" sz="1800" dirty="0"/>
              <a:t>Plant Village - Agricultural Leaf Disease Dataset</a:t>
            </a:r>
          </a:p>
          <a:p>
            <a:r>
              <a:rPr lang="en-US" sz="1800" b="1" dirty="0"/>
              <a:t> Description:</a:t>
            </a:r>
          </a:p>
          <a:p>
            <a:r>
              <a:rPr lang="en-US" sz="1800" dirty="0"/>
              <a:t>The dataset is a large collection of leaf images for various crop plants. Each image is categorized into a specific disease class or marked as healthy.</a:t>
            </a:r>
          </a:p>
          <a:p>
            <a:r>
              <a:rPr lang="en-US" sz="1800" b="1" dirty="0"/>
              <a:t>Dataset Composition:</a:t>
            </a:r>
          </a:p>
          <a:p>
            <a:r>
              <a:rPr lang="en-US" sz="1800" dirty="0"/>
              <a:t>Training Set:</a:t>
            </a:r>
          </a:p>
          <a:p>
            <a:pPr marL="742950" lvl="1"/>
            <a:r>
              <a:rPr lang="en-US" sz="1800" dirty="0"/>
              <a:t>Total Images: 28,830</a:t>
            </a:r>
          </a:p>
          <a:p>
            <a:pPr marL="742950" lvl="1"/>
            <a:r>
              <a:rPr lang="en-US" sz="1800" dirty="0"/>
              <a:t>Number of Classes: 42</a:t>
            </a:r>
          </a:p>
          <a:p>
            <a:r>
              <a:rPr lang="en-US" sz="1800" dirty="0"/>
              <a:t>Test Set:</a:t>
            </a:r>
          </a:p>
          <a:p>
            <a:pPr lvl="1"/>
            <a:r>
              <a:rPr lang="en-US" sz="1800" dirty="0"/>
              <a:t>Total Images: 28,830</a:t>
            </a:r>
          </a:p>
          <a:p>
            <a:pPr lvl="1"/>
            <a:r>
              <a:rPr lang="en-US" sz="1800" dirty="0"/>
              <a:t>Number of Classes: 42</a:t>
            </a:r>
          </a:p>
          <a:p>
            <a:r>
              <a:rPr lang="en-US" sz="1800" dirty="0"/>
              <a:t>Validation Set:</a:t>
            </a:r>
          </a:p>
          <a:p>
            <a:pPr lvl="1"/>
            <a:r>
              <a:rPr lang="en-US" sz="1800" dirty="0"/>
              <a:t>Total Images: 11,527</a:t>
            </a:r>
          </a:p>
          <a:p>
            <a:pPr lvl="1"/>
            <a:r>
              <a:rPr lang="en-US" sz="1800" dirty="0"/>
              <a:t>Number of Classes: 42</a:t>
            </a:r>
          </a:p>
          <a:p>
            <a:pPr marL="457200" lvl="1"/>
            <a:endParaRPr lang="en-US" sz="1800" dirty="0"/>
          </a:p>
          <a:p>
            <a:pPr marL="0"/>
            <a:endParaRPr lang="en-US" sz="1800" dirty="0"/>
          </a:p>
        </p:txBody>
      </p:sp>
    </p:spTree>
    <p:extLst>
      <p:ext uri="{BB962C8B-B14F-4D97-AF65-F5344CB8AC3E}">
        <p14:creationId xmlns:p14="http://schemas.microsoft.com/office/powerpoint/2010/main" val="3952643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223F7-894D-BEDB-BB10-7BD45366ED36}"/>
              </a:ext>
            </a:extLst>
          </p:cNvPr>
          <p:cNvSpPr>
            <a:spLocks noGrp="1"/>
          </p:cNvSpPr>
          <p:nvPr>
            <p:ph type="title"/>
          </p:nvPr>
        </p:nvSpPr>
        <p:spPr/>
        <p:txBody>
          <a:bodyPr/>
          <a:lstStyle/>
          <a:p>
            <a:r>
              <a:rPr lang="en-US" dirty="0"/>
              <a:t>Classes in Dataset</a:t>
            </a:r>
            <a:endParaRPr lang="en-IN" dirty="0"/>
          </a:p>
        </p:txBody>
      </p:sp>
      <p:grpSp>
        <p:nvGrpSpPr>
          <p:cNvPr id="4" name="Group 3">
            <a:extLst>
              <a:ext uri="{FF2B5EF4-FFF2-40B4-BE49-F238E27FC236}">
                <a16:creationId xmlns:a16="http://schemas.microsoft.com/office/drawing/2014/main" id="{E4D492E5-C107-7C63-D474-4D3F6F59F7AD}"/>
              </a:ext>
            </a:extLst>
          </p:cNvPr>
          <p:cNvGrpSpPr/>
          <p:nvPr/>
        </p:nvGrpSpPr>
        <p:grpSpPr>
          <a:xfrm>
            <a:off x="2893142" y="1560253"/>
            <a:ext cx="6605497" cy="4697413"/>
            <a:chOff x="2893142" y="1560253"/>
            <a:chExt cx="6605497" cy="4697413"/>
          </a:xfrm>
        </p:grpSpPr>
        <p:pic>
          <p:nvPicPr>
            <p:cNvPr id="5" name="table" descr="A blue rectangular box with black text&#10;&#10;AI-generated content may be incorrect.">
              <a:extLst>
                <a:ext uri="{FF2B5EF4-FFF2-40B4-BE49-F238E27FC236}">
                  <a16:creationId xmlns:a16="http://schemas.microsoft.com/office/drawing/2014/main" id="{68A40109-7B48-560C-84E5-C593E04A94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3142" y="1560254"/>
              <a:ext cx="1736725" cy="46958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 descr="A list of different types of fruit&#10;&#10;AI-generated content may be incorrect.">
              <a:extLst>
                <a:ext uri="{FF2B5EF4-FFF2-40B4-BE49-F238E27FC236}">
                  <a16:creationId xmlns:a16="http://schemas.microsoft.com/office/drawing/2014/main" id="{BDD1B1CA-2ED5-9564-843B-284C2176F6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632" y="1560254"/>
              <a:ext cx="1668462" cy="46958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A screenshot of a cellphone&#10;&#10;AI-generated content may be incorrect.">
              <a:extLst>
                <a:ext uri="{FF2B5EF4-FFF2-40B4-BE49-F238E27FC236}">
                  <a16:creationId xmlns:a16="http://schemas.microsoft.com/office/drawing/2014/main" id="{F4BEC3A2-D50E-BCE1-5E4D-4C2BCA0AA2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8353" y="1560253"/>
              <a:ext cx="1584325" cy="469741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A screenshot of a cell phone&#10;&#10;AI-generated content may be incorrect.">
              <a:extLst>
                <a:ext uri="{FF2B5EF4-FFF2-40B4-BE49-F238E27FC236}">
                  <a16:creationId xmlns:a16="http://schemas.microsoft.com/office/drawing/2014/main" id="{55113E2A-BD90-2336-3AEB-44F188CAF8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28601" y="1560253"/>
              <a:ext cx="1570038" cy="273367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90030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eaf on test tubes">
            <a:extLst>
              <a:ext uri="{FF2B5EF4-FFF2-40B4-BE49-F238E27FC236}">
                <a16:creationId xmlns:a16="http://schemas.microsoft.com/office/drawing/2014/main" id="{FE5E4ECE-EB85-E901-B557-F21F8F1F3998}"/>
              </a:ext>
            </a:extLst>
          </p:cNvPr>
          <p:cNvPicPr>
            <a:picLocks noChangeAspect="1"/>
          </p:cNvPicPr>
          <p:nvPr/>
        </p:nvPicPr>
        <p:blipFill>
          <a:blip r:embed="rId2"/>
          <a:srcRect l="42376" r="4965" b="-2"/>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60CA0F-5D12-1186-7757-BDE95CE9CA83}"/>
              </a:ext>
            </a:extLst>
          </p:cNvPr>
          <p:cNvSpPr>
            <a:spLocks noGrp="1"/>
          </p:cNvSpPr>
          <p:nvPr>
            <p:ph type="title"/>
          </p:nvPr>
        </p:nvSpPr>
        <p:spPr>
          <a:xfrm>
            <a:off x="6115317" y="405685"/>
            <a:ext cx="5464968" cy="1559301"/>
          </a:xfrm>
        </p:spPr>
        <p:txBody>
          <a:bodyPr vert="horz" lIns="91440" tIns="45720" rIns="91440" bIns="45720" rtlCol="0" anchor="ctr">
            <a:normAutofit/>
          </a:bodyPr>
          <a:lstStyle/>
          <a:p>
            <a:r>
              <a:rPr lang="en-US" sz="4000"/>
              <a:t>Disease Detection Process</a:t>
            </a:r>
          </a:p>
        </p:txBody>
      </p:sp>
      <p:sp>
        <p:nvSpPr>
          <p:cNvPr id="3" name="Text Placeholder 2">
            <a:extLst>
              <a:ext uri="{FF2B5EF4-FFF2-40B4-BE49-F238E27FC236}">
                <a16:creationId xmlns:a16="http://schemas.microsoft.com/office/drawing/2014/main" id="{9F466C26-D57D-A2D9-6D64-1E8F1FA71D44}"/>
              </a:ext>
            </a:extLst>
          </p:cNvPr>
          <p:cNvSpPr>
            <a:spLocks noGrp="1"/>
          </p:cNvSpPr>
          <p:nvPr>
            <p:ph type="body" idx="1"/>
          </p:nvPr>
        </p:nvSpPr>
        <p:spPr>
          <a:xfrm>
            <a:off x="6115317" y="2743200"/>
            <a:ext cx="5247340" cy="3496878"/>
          </a:xfrm>
        </p:spPr>
        <p:txBody>
          <a:bodyPr vert="horz" lIns="91440" tIns="45720" rIns="91440" bIns="45720" rtlCol="0" anchor="ctr">
            <a:normAutofit/>
          </a:bodyPr>
          <a:lstStyle/>
          <a:p>
            <a:r>
              <a:rPr lang="en-US" sz="2000" dirty="0"/>
              <a:t>Images of plant leaves are fed into MobilenetV2 for classification.</a:t>
            </a:r>
          </a:p>
        </p:txBody>
      </p:sp>
    </p:spTree>
    <p:extLst>
      <p:ext uri="{BB962C8B-B14F-4D97-AF65-F5344CB8AC3E}">
        <p14:creationId xmlns:p14="http://schemas.microsoft.com/office/powerpoint/2010/main" val="3004127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5E7955-570F-67B2-C98D-228DC1020985}"/>
              </a:ext>
            </a:extLst>
          </p:cNvPr>
          <p:cNvSpPr>
            <a:spLocks noGrp="1"/>
          </p:cNvSpPr>
          <p:nvPr>
            <p:ph type="title"/>
          </p:nvPr>
        </p:nvSpPr>
        <p:spPr>
          <a:xfrm>
            <a:off x="761803" y="350196"/>
            <a:ext cx="4646904" cy="1624520"/>
          </a:xfrm>
        </p:spPr>
        <p:txBody>
          <a:bodyPr vert="horz" lIns="91440" tIns="45720" rIns="91440" bIns="45720" rtlCol="0" anchor="ctr">
            <a:normAutofit/>
          </a:bodyPr>
          <a:lstStyle/>
          <a:p>
            <a:r>
              <a:rPr lang="en-US" sz="4000" dirty="0"/>
              <a:t>MobileNetV2Model</a:t>
            </a:r>
          </a:p>
        </p:txBody>
      </p:sp>
      <p:sp>
        <p:nvSpPr>
          <p:cNvPr id="3" name="Text Placeholder 2">
            <a:extLst>
              <a:ext uri="{FF2B5EF4-FFF2-40B4-BE49-F238E27FC236}">
                <a16:creationId xmlns:a16="http://schemas.microsoft.com/office/drawing/2014/main" id="{FC9C362E-6D3E-7D68-18B8-75004D0185B4}"/>
              </a:ext>
            </a:extLst>
          </p:cNvPr>
          <p:cNvSpPr>
            <a:spLocks noGrp="1"/>
          </p:cNvSpPr>
          <p:nvPr>
            <p:ph type="body" idx="1"/>
          </p:nvPr>
        </p:nvSpPr>
        <p:spPr>
          <a:xfrm>
            <a:off x="629722" y="3035137"/>
            <a:ext cx="4646905" cy="3073724"/>
          </a:xfrm>
        </p:spPr>
        <p:txBody>
          <a:bodyPr vert="horz" lIns="91440" tIns="45720" rIns="91440" bIns="45720" rtlCol="0" anchor="ctr">
            <a:noAutofit/>
          </a:bodyPr>
          <a:lstStyle/>
          <a:p>
            <a:r>
              <a:rPr lang="en-US" sz="1400" dirty="0"/>
              <a:t>MobileNetV2 is a lightweight deep convolutional neural network (CNN) architecture developed by Google.</a:t>
            </a:r>
          </a:p>
          <a:p>
            <a:r>
              <a:rPr lang="en-US" sz="1400" dirty="0"/>
              <a:t>Designed for mobile and embedded vision applications, it balances high accuracy with low computational cost and memory usage.</a:t>
            </a:r>
          </a:p>
          <a:p>
            <a:r>
              <a:rPr lang="en-US" sz="1400" dirty="0"/>
              <a:t>Uses depthwise separable convolutions, significantly reducing the number of parameters and operations compared to standard convolutions.</a:t>
            </a:r>
          </a:p>
          <a:p>
            <a:r>
              <a:rPr lang="en-US" sz="1400" dirty="0"/>
              <a:t>Introduces "Inverted Residuals" and "Linear Bottlenecks", which help the model learn efficient representations while maintaining performance, even with fewer resources.</a:t>
            </a:r>
          </a:p>
          <a:p>
            <a:r>
              <a:rPr lang="en-US" sz="1400" dirty="0"/>
              <a:t>Efficient at handling image classification tasks on resource-constrained devices, such as smartphones and IoT devices.</a:t>
            </a:r>
          </a:p>
          <a:p>
            <a:r>
              <a:rPr lang="en-US" sz="1400" dirty="0"/>
              <a:t>Pre-trained on the ImageNet dataset, enabling transfer learning for custom applications like plant disease detection, medical imaging, and real-time object classification.</a:t>
            </a:r>
          </a:p>
        </p:txBody>
      </p:sp>
      <p:pic>
        <p:nvPicPr>
          <p:cNvPr id="5" name="Picture 4" descr="A network formed by white dots">
            <a:extLst>
              <a:ext uri="{FF2B5EF4-FFF2-40B4-BE49-F238E27FC236}">
                <a16:creationId xmlns:a16="http://schemas.microsoft.com/office/drawing/2014/main" id="{402E759D-9471-FF80-B8E1-5B17F1BFAD43}"/>
              </a:ext>
            </a:extLst>
          </p:cNvPr>
          <p:cNvPicPr>
            <a:picLocks noChangeAspect="1"/>
          </p:cNvPicPr>
          <p:nvPr/>
        </p:nvPicPr>
        <p:blipFill>
          <a:blip r:embed="rId2"/>
          <a:srcRect l="31479" r="-1" b="-1"/>
          <a:stretch/>
        </p:blipFill>
        <p:spPr>
          <a:xfrm>
            <a:off x="6096000" y="1"/>
            <a:ext cx="6102825" cy="6858000"/>
          </a:xfrm>
          <a:prstGeom prst="rect">
            <a:avLst/>
          </a:prstGeom>
        </p:spPr>
      </p:pic>
    </p:spTree>
    <p:extLst>
      <p:ext uri="{BB962C8B-B14F-4D97-AF65-F5344CB8AC3E}">
        <p14:creationId xmlns:p14="http://schemas.microsoft.com/office/powerpoint/2010/main" val="732220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8D6588-8A8D-4DD8-574E-B5F50AF6CA81}"/>
              </a:ext>
            </a:extLst>
          </p:cNvPr>
          <p:cNvSpPr>
            <a:spLocks noGrp="1"/>
          </p:cNvSpPr>
          <p:nvPr>
            <p:ph type="title"/>
          </p:nvPr>
        </p:nvSpPr>
        <p:spPr>
          <a:xfrm>
            <a:off x="761800" y="762001"/>
            <a:ext cx="5334197" cy="1708242"/>
          </a:xfrm>
        </p:spPr>
        <p:txBody>
          <a:bodyPr vert="horz" lIns="91440" tIns="45720" rIns="91440" bIns="45720" rtlCol="0" anchor="ctr">
            <a:normAutofit/>
          </a:bodyPr>
          <a:lstStyle/>
          <a:p>
            <a:r>
              <a:rPr lang="en-US" sz="4000" dirty="0"/>
              <a:t>Classes Detected by MobileNetV2</a:t>
            </a:r>
          </a:p>
        </p:txBody>
      </p:sp>
      <p:sp>
        <p:nvSpPr>
          <p:cNvPr id="3" name="Text Placeholder 2">
            <a:extLst>
              <a:ext uri="{FF2B5EF4-FFF2-40B4-BE49-F238E27FC236}">
                <a16:creationId xmlns:a16="http://schemas.microsoft.com/office/drawing/2014/main" id="{6D5E875B-3457-0D21-8F7A-CC028440B4E6}"/>
              </a:ext>
            </a:extLst>
          </p:cNvPr>
          <p:cNvSpPr>
            <a:spLocks noGrp="1"/>
          </p:cNvSpPr>
          <p:nvPr>
            <p:ph type="body" idx="1"/>
          </p:nvPr>
        </p:nvSpPr>
        <p:spPr>
          <a:xfrm>
            <a:off x="761800" y="2470244"/>
            <a:ext cx="5334197" cy="3769835"/>
          </a:xfrm>
        </p:spPr>
        <p:txBody>
          <a:bodyPr vert="horz" lIns="91440" tIns="45720" rIns="91440" bIns="45720" rtlCol="0" anchor="ctr">
            <a:normAutofit/>
          </a:bodyPr>
          <a:lstStyle/>
          <a:p>
            <a:r>
              <a:rPr lang="en-US" sz="1400" dirty="0"/>
              <a:t>MobileNetV2 is an efficient deep learning model suitable for plant disease detection tasks, including diseases like Apple Scab, Leaf Blast, Powdery Mildew, and more.</a:t>
            </a:r>
            <a:endParaRPr lang="en-US" sz="2000" dirty="0"/>
          </a:p>
        </p:txBody>
      </p:sp>
      <p:pic>
        <p:nvPicPr>
          <p:cNvPr id="5" name="Picture 4" descr="Plant and roots">
            <a:extLst>
              <a:ext uri="{FF2B5EF4-FFF2-40B4-BE49-F238E27FC236}">
                <a16:creationId xmlns:a16="http://schemas.microsoft.com/office/drawing/2014/main" id="{DF2CACE4-5583-87B2-2A9E-D6846A00FEF5}"/>
              </a:ext>
            </a:extLst>
          </p:cNvPr>
          <p:cNvPicPr>
            <a:picLocks noChangeAspect="1"/>
          </p:cNvPicPr>
          <p:nvPr/>
        </p:nvPicPr>
        <p:blipFill>
          <a:blip r:embed="rId2"/>
          <a:srcRect l="8128" r="17322" b="2"/>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95769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6936D-20A5-43FC-AC3B-EAEFFA2FD462}"/>
              </a:ext>
            </a:extLst>
          </p:cNvPr>
          <p:cNvSpPr>
            <a:spLocks noGrp="1"/>
          </p:cNvSpPr>
          <p:nvPr>
            <p:ph type="title"/>
          </p:nvPr>
        </p:nvSpPr>
        <p:spPr>
          <a:xfrm>
            <a:off x="838200" y="365125"/>
            <a:ext cx="10901516" cy="1247365"/>
          </a:xfrm>
        </p:spPr>
        <p:txBody>
          <a:bodyPr>
            <a:normAutofit fontScale="90000"/>
          </a:bodyPr>
          <a:lstStyle/>
          <a:p>
            <a:r>
              <a:rPr lang="en-US" dirty="0"/>
              <a:t>Building the Custom MobileNetV2Model for Plant Disease Classification</a:t>
            </a:r>
            <a:endParaRPr lang="en-IN" dirty="0"/>
          </a:p>
        </p:txBody>
      </p:sp>
      <p:pic>
        <p:nvPicPr>
          <p:cNvPr id="4" name="Picture 3" descr="A screenshot of a computer program&#10;&#10;AI-generated content may be incorrect.">
            <a:extLst>
              <a:ext uri="{FF2B5EF4-FFF2-40B4-BE49-F238E27FC236}">
                <a16:creationId xmlns:a16="http://schemas.microsoft.com/office/drawing/2014/main" id="{FA69ADE5-5A0C-F6C4-0705-21FDAD1344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310" y="1996937"/>
            <a:ext cx="10795379" cy="3894707"/>
          </a:xfrm>
          <a:prstGeom prst="rect">
            <a:avLst/>
          </a:prstGeom>
        </p:spPr>
      </p:pic>
    </p:spTree>
    <p:extLst>
      <p:ext uri="{BB962C8B-B14F-4D97-AF65-F5344CB8AC3E}">
        <p14:creationId xmlns:p14="http://schemas.microsoft.com/office/powerpoint/2010/main" val="2522238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C907D-9C3F-82B0-8834-E7CFC43D8437}"/>
              </a:ext>
            </a:extLst>
          </p:cNvPr>
          <p:cNvSpPr>
            <a:spLocks noGrp="1"/>
          </p:cNvSpPr>
          <p:nvPr>
            <p:ph type="title"/>
          </p:nvPr>
        </p:nvSpPr>
        <p:spPr/>
        <p:txBody>
          <a:bodyPr/>
          <a:lstStyle/>
          <a:p>
            <a:r>
              <a:rPr lang="en-US" dirty="0"/>
              <a:t>Model Architecture</a:t>
            </a:r>
            <a:endParaRPr lang="en-IN" dirty="0"/>
          </a:p>
        </p:txBody>
      </p:sp>
      <p:grpSp>
        <p:nvGrpSpPr>
          <p:cNvPr id="4" name="Group 3">
            <a:extLst>
              <a:ext uri="{FF2B5EF4-FFF2-40B4-BE49-F238E27FC236}">
                <a16:creationId xmlns:a16="http://schemas.microsoft.com/office/drawing/2014/main" id="{673B38B8-EB4E-FA37-70BD-662C32BE33B1}"/>
              </a:ext>
            </a:extLst>
          </p:cNvPr>
          <p:cNvGrpSpPr/>
          <p:nvPr/>
        </p:nvGrpSpPr>
        <p:grpSpPr>
          <a:xfrm>
            <a:off x="3632423" y="1369561"/>
            <a:ext cx="5116612" cy="4692807"/>
            <a:chOff x="3761917" y="921412"/>
            <a:chExt cx="4904833" cy="4622006"/>
          </a:xfrm>
        </p:grpSpPr>
        <p:sp>
          <p:nvSpPr>
            <p:cNvPr id="5" name="Rectangle: Rounded Corners 4">
              <a:extLst>
                <a:ext uri="{FF2B5EF4-FFF2-40B4-BE49-F238E27FC236}">
                  <a16:creationId xmlns:a16="http://schemas.microsoft.com/office/drawing/2014/main" id="{698ABE34-6537-01D6-A06F-93F904D22D22}"/>
                </a:ext>
              </a:extLst>
            </p:cNvPr>
            <p:cNvSpPr/>
            <p:nvPr/>
          </p:nvSpPr>
          <p:spPr>
            <a:xfrm>
              <a:off x="6429125" y="3504845"/>
              <a:ext cx="2235200" cy="49784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200" dirty="0"/>
                <a:t> Final Conv Layer  ( 7 x 7 x 1280)</a:t>
              </a:r>
            </a:p>
          </p:txBody>
        </p:sp>
        <p:sp>
          <p:nvSpPr>
            <p:cNvPr id="6" name="Rectangle: Rounded Corners 5">
              <a:extLst>
                <a:ext uri="{FF2B5EF4-FFF2-40B4-BE49-F238E27FC236}">
                  <a16:creationId xmlns:a16="http://schemas.microsoft.com/office/drawing/2014/main" id="{10A11D48-26BB-825B-8062-DD8E77139B13}"/>
                </a:ext>
              </a:extLst>
            </p:cNvPr>
            <p:cNvSpPr/>
            <p:nvPr/>
          </p:nvSpPr>
          <p:spPr>
            <a:xfrm>
              <a:off x="6427855" y="4277254"/>
              <a:ext cx="2235200" cy="49784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200" dirty="0"/>
                <a:t>Global Average Pooling</a:t>
              </a:r>
            </a:p>
            <a:p>
              <a:pPr algn="ctr"/>
              <a:r>
                <a:rPr lang="en-US" sz="1200" dirty="0"/>
                <a:t>(1 x 1 x 1280 )</a:t>
              </a:r>
              <a:endParaRPr lang="en-IN" sz="1200" dirty="0"/>
            </a:p>
          </p:txBody>
        </p:sp>
        <p:sp>
          <p:nvSpPr>
            <p:cNvPr id="7" name="Rectangle: Rounded Corners 6">
              <a:extLst>
                <a:ext uri="{FF2B5EF4-FFF2-40B4-BE49-F238E27FC236}">
                  <a16:creationId xmlns:a16="http://schemas.microsoft.com/office/drawing/2014/main" id="{ECD653BC-F198-3847-723A-768D69FCE908}"/>
                </a:ext>
              </a:extLst>
            </p:cNvPr>
            <p:cNvSpPr/>
            <p:nvPr/>
          </p:nvSpPr>
          <p:spPr>
            <a:xfrm>
              <a:off x="6429125" y="5045578"/>
              <a:ext cx="2235200" cy="49784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200" dirty="0"/>
                <a:t>Softmax (1000)</a:t>
              </a:r>
            </a:p>
          </p:txBody>
        </p:sp>
        <p:cxnSp>
          <p:nvCxnSpPr>
            <p:cNvPr id="8" name="Straight Arrow Connector 7">
              <a:extLst>
                <a:ext uri="{FF2B5EF4-FFF2-40B4-BE49-F238E27FC236}">
                  <a16:creationId xmlns:a16="http://schemas.microsoft.com/office/drawing/2014/main" id="{024ABF15-6A13-18DF-16E8-E7837610C989}"/>
                </a:ext>
              </a:extLst>
            </p:cNvPr>
            <p:cNvCxnSpPr>
              <a:cxnSpLocks/>
            </p:cNvCxnSpPr>
            <p:nvPr/>
          </p:nvCxnSpPr>
          <p:spPr>
            <a:xfrm flipH="1">
              <a:off x="7550797" y="1686950"/>
              <a:ext cx="1" cy="2679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82DD0C9E-9F2E-5D47-6989-2BF9480A7C2E}"/>
                </a:ext>
              </a:extLst>
            </p:cNvPr>
            <p:cNvCxnSpPr>
              <a:cxnSpLocks/>
            </p:cNvCxnSpPr>
            <p:nvPr/>
          </p:nvCxnSpPr>
          <p:spPr>
            <a:xfrm flipH="1">
              <a:off x="7550535" y="921412"/>
              <a:ext cx="1" cy="2679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Rectangle: Rounded Corners 9">
              <a:extLst>
                <a:ext uri="{FF2B5EF4-FFF2-40B4-BE49-F238E27FC236}">
                  <a16:creationId xmlns:a16="http://schemas.microsoft.com/office/drawing/2014/main" id="{EA2BF785-D6FB-A46F-4382-2958E7F1FFC1}"/>
                </a:ext>
              </a:extLst>
            </p:cNvPr>
            <p:cNvSpPr/>
            <p:nvPr/>
          </p:nvSpPr>
          <p:spPr>
            <a:xfrm>
              <a:off x="3761917" y="1462702"/>
              <a:ext cx="2235200" cy="49784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dirty="0"/>
                <a:t>Input (224 x 224 x 3)</a:t>
              </a:r>
              <a:endParaRPr lang="en-IN" sz="1200" dirty="0"/>
            </a:p>
          </p:txBody>
        </p:sp>
        <p:sp>
          <p:nvSpPr>
            <p:cNvPr id="11" name="Rectangle: Rounded Corners 10">
              <a:extLst>
                <a:ext uri="{FF2B5EF4-FFF2-40B4-BE49-F238E27FC236}">
                  <a16:creationId xmlns:a16="http://schemas.microsoft.com/office/drawing/2014/main" id="{9CFD114B-4772-A22F-467B-2AA994FABED0}"/>
                </a:ext>
              </a:extLst>
            </p:cNvPr>
            <p:cNvSpPr/>
            <p:nvPr/>
          </p:nvSpPr>
          <p:spPr>
            <a:xfrm>
              <a:off x="3765727" y="2229264"/>
              <a:ext cx="2235200" cy="49784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Conv1 (112 x 112 x 32)</a:t>
              </a:r>
              <a:endParaRPr lang="en-IN" sz="1200" dirty="0"/>
            </a:p>
          </p:txBody>
        </p:sp>
        <p:sp>
          <p:nvSpPr>
            <p:cNvPr id="12" name="Rectangle: Rounded Corners 11">
              <a:extLst>
                <a:ext uri="{FF2B5EF4-FFF2-40B4-BE49-F238E27FC236}">
                  <a16:creationId xmlns:a16="http://schemas.microsoft.com/office/drawing/2014/main" id="{9D735D25-5F66-DE75-A9B6-5563F0FA5300}"/>
                </a:ext>
              </a:extLst>
            </p:cNvPr>
            <p:cNvSpPr/>
            <p:nvPr/>
          </p:nvSpPr>
          <p:spPr>
            <a:xfrm>
              <a:off x="3761917" y="2999771"/>
              <a:ext cx="2235200" cy="49784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200" dirty="0"/>
                <a:t>Residual Block 1 (112 x 112x 16)   </a:t>
              </a:r>
            </a:p>
          </p:txBody>
        </p:sp>
        <p:cxnSp>
          <p:nvCxnSpPr>
            <p:cNvPr id="13" name="Straight Arrow Connector 12">
              <a:extLst>
                <a:ext uri="{FF2B5EF4-FFF2-40B4-BE49-F238E27FC236}">
                  <a16:creationId xmlns:a16="http://schemas.microsoft.com/office/drawing/2014/main" id="{E8D6D68F-DC28-C03A-21CC-33168421F2D9}"/>
                </a:ext>
              </a:extLst>
            </p:cNvPr>
            <p:cNvCxnSpPr>
              <a:cxnSpLocks/>
            </p:cNvCxnSpPr>
            <p:nvPr/>
          </p:nvCxnSpPr>
          <p:spPr>
            <a:xfrm flipH="1">
              <a:off x="4879517" y="1958163"/>
              <a:ext cx="1" cy="2679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6A0430AF-F896-5D12-1E68-0C494142F867}"/>
                </a:ext>
              </a:extLst>
            </p:cNvPr>
            <p:cNvCxnSpPr>
              <a:cxnSpLocks/>
            </p:cNvCxnSpPr>
            <p:nvPr/>
          </p:nvCxnSpPr>
          <p:spPr>
            <a:xfrm flipH="1">
              <a:off x="4879516" y="2724925"/>
              <a:ext cx="1" cy="2679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B06A71EE-E4CD-24F8-E915-309C5F1D356B}"/>
                </a:ext>
              </a:extLst>
            </p:cNvPr>
            <p:cNvCxnSpPr>
              <a:cxnSpLocks/>
            </p:cNvCxnSpPr>
            <p:nvPr/>
          </p:nvCxnSpPr>
          <p:spPr>
            <a:xfrm flipH="1">
              <a:off x="4879515" y="3499040"/>
              <a:ext cx="1" cy="2679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11FE9DC3-2FCD-F123-FE2A-578F3ADFC16B}"/>
                </a:ext>
              </a:extLst>
            </p:cNvPr>
            <p:cNvCxnSpPr>
              <a:cxnSpLocks/>
            </p:cNvCxnSpPr>
            <p:nvPr/>
          </p:nvCxnSpPr>
          <p:spPr>
            <a:xfrm flipH="1">
              <a:off x="4879514" y="4255801"/>
              <a:ext cx="1" cy="2679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Rectangle: Rounded Corners 16">
              <a:extLst>
                <a:ext uri="{FF2B5EF4-FFF2-40B4-BE49-F238E27FC236}">
                  <a16:creationId xmlns:a16="http://schemas.microsoft.com/office/drawing/2014/main" id="{1DB12EC8-DA15-5E18-83CF-7D084B5942F9}"/>
                </a:ext>
              </a:extLst>
            </p:cNvPr>
            <p:cNvSpPr/>
            <p:nvPr/>
          </p:nvSpPr>
          <p:spPr>
            <a:xfrm>
              <a:off x="3769537" y="3776480"/>
              <a:ext cx="2235200" cy="49784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200" dirty="0"/>
                <a:t>Residual Block 2 (112 x112 x 24)   </a:t>
              </a:r>
            </a:p>
          </p:txBody>
        </p:sp>
        <p:sp>
          <p:nvSpPr>
            <p:cNvPr id="18" name="Rectangle: Rounded Corners 17">
              <a:extLst>
                <a:ext uri="{FF2B5EF4-FFF2-40B4-BE49-F238E27FC236}">
                  <a16:creationId xmlns:a16="http://schemas.microsoft.com/office/drawing/2014/main" id="{C9291602-0336-A7BD-493D-79C0F5FAD26E}"/>
                </a:ext>
              </a:extLst>
            </p:cNvPr>
            <p:cNvSpPr/>
            <p:nvPr/>
          </p:nvSpPr>
          <p:spPr>
            <a:xfrm>
              <a:off x="3761917" y="4523240"/>
              <a:ext cx="2235200" cy="49784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200" dirty="0"/>
                <a:t>Residual Block 3 (56 x 56 x 32)    </a:t>
              </a:r>
            </a:p>
          </p:txBody>
        </p:sp>
        <p:sp>
          <p:nvSpPr>
            <p:cNvPr id="19" name="Rectangle: Rounded Corners 18">
              <a:extLst>
                <a:ext uri="{FF2B5EF4-FFF2-40B4-BE49-F238E27FC236}">
                  <a16:creationId xmlns:a16="http://schemas.microsoft.com/office/drawing/2014/main" id="{54055AE2-EA0A-126A-780C-FCD216092386}"/>
                </a:ext>
              </a:extLst>
            </p:cNvPr>
            <p:cNvSpPr/>
            <p:nvPr/>
          </p:nvSpPr>
          <p:spPr>
            <a:xfrm>
              <a:off x="6431550" y="1189382"/>
              <a:ext cx="2235200" cy="49784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200" dirty="0"/>
                <a:t>Residual Block 4 (28 x28 x 64)    </a:t>
              </a:r>
            </a:p>
          </p:txBody>
        </p:sp>
        <p:sp>
          <p:nvSpPr>
            <p:cNvPr id="20" name="Rectangle: Rounded Corners 19">
              <a:extLst>
                <a:ext uri="{FF2B5EF4-FFF2-40B4-BE49-F238E27FC236}">
                  <a16:creationId xmlns:a16="http://schemas.microsoft.com/office/drawing/2014/main" id="{77BD6A58-422C-30AC-E8BE-D87E66A02BA3}"/>
                </a:ext>
              </a:extLst>
            </p:cNvPr>
            <p:cNvSpPr/>
            <p:nvPr/>
          </p:nvSpPr>
          <p:spPr>
            <a:xfrm>
              <a:off x="6430657" y="1962322"/>
              <a:ext cx="2235200" cy="49784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200" dirty="0"/>
                <a:t>Residual Block 5 (14 x 14 x 96 )    </a:t>
              </a:r>
            </a:p>
          </p:txBody>
        </p:sp>
        <p:sp>
          <p:nvSpPr>
            <p:cNvPr id="21" name="Rectangle: Rounded Corners 20">
              <a:extLst>
                <a:ext uri="{FF2B5EF4-FFF2-40B4-BE49-F238E27FC236}">
                  <a16:creationId xmlns:a16="http://schemas.microsoft.com/office/drawing/2014/main" id="{C925652C-354B-E77A-397F-1C033D78E409}"/>
                </a:ext>
              </a:extLst>
            </p:cNvPr>
            <p:cNvSpPr/>
            <p:nvPr/>
          </p:nvSpPr>
          <p:spPr>
            <a:xfrm>
              <a:off x="6429125" y="2733779"/>
              <a:ext cx="2235200" cy="49784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200" dirty="0"/>
                <a:t>Residual Block 6 (7 x 7 x 160 )    </a:t>
              </a:r>
            </a:p>
          </p:txBody>
        </p:sp>
        <p:cxnSp>
          <p:nvCxnSpPr>
            <p:cNvPr id="22" name="Straight Connector 21">
              <a:extLst>
                <a:ext uri="{FF2B5EF4-FFF2-40B4-BE49-F238E27FC236}">
                  <a16:creationId xmlns:a16="http://schemas.microsoft.com/office/drawing/2014/main" id="{68EADC64-A593-198D-2C98-2F29A5239301}"/>
                </a:ext>
              </a:extLst>
            </p:cNvPr>
            <p:cNvCxnSpPr>
              <a:cxnSpLocks/>
            </p:cNvCxnSpPr>
            <p:nvPr/>
          </p:nvCxnSpPr>
          <p:spPr>
            <a:xfrm>
              <a:off x="4879514" y="5451663"/>
              <a:ext cx="1270489" cy="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AF506CFF-AAA1-916A-EFD5-AC93AE82CFD7}"/>
                </a:ext>
              </a:extLst>
            </p:cNvPr>
            <p:cNvCxnSpPr>
              <a:cxnSpLocks/>
            </p:cNvCxnSpPr>
            <p:nvPr/>
          </p:nvCxnSpPr>
          <p:spPr>
            <a:xfrm flipV="1">
              <a:off x="6150003" y="921412"/>
              <a:ext cx="0" cy="4530251"/>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084A8B00-0D14-AF5D-0C0A-F2596AED6DF5}"/>
                </a:ext>
              </a:extLst>
            </p:cNvPr>
            <p:cNvCxnSpPr>
              <a:cxnSpLocks/>
            </p:cNvCxnSpPr>
            <p:nvPr/>
          </p:nvCxnSpPr>
          <p:spPr>
            <a:xfrm flipH="1">
              <a:off x="7551690" y="2459636"/>
              <a:ext cx="1" cy="2679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D89CEA3A-D408-8DF4-EA46-086694CEC8AC}"/>
                </a:ext>
              </a:extLst>
            </p:cNvPr>
            <p:cNvCxnSpPr>
              <a:cxnSpLocks/>
            </p:cNvCxnSpPr>
            <p:nvPr/>
          </p:nvCxnSpPr>
          <p:spPr>
            <a:xfrm flipH="1">
              <a:off x="7551690" y="3229256"/>
              <a:ext cx="1" cy="2679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44FFC1BB-79BE-185F-F101-FD48F7234C27}"/>
                </a:ext>
              </a:extLst>
            </p:cNvPr>
            <p:cNvCxnSpPr>
              <a:cxnSpLocks/>
            </p:cNvCxnSpPr>
            <p:nvPr/>
          </p:nvCxnSpPr>
          <p:spPr>
            <a:xfrm flipH="1">
              <a:off x="7551689" y="4008175"/>
              <a:ext cx="1" cy="2679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D8FB14A2-F045-1979-372B-6177F9312D08}"/>
                </a:ext>
              </a:extLst>
            </p:cNvPr>
            <p:cNvCxnSpPr/>
            <p:nvPr/>
          </p:nvCxnSpPr>
          <p:spPr>
            <a:xfrm>
              <a:off x="6150003" y="921412"/>
              <a:ext cx="1400532" cy="0"/>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EFBA22FB-34A5-9D2F-C254-79F176D4EDE8}"/>
                </a:ext>
              </a:extLst>
            </p:cNvPr>
            <p:cNvCxnSpPr>
              <a:cxnSpLocks/>
            </p:cNvCxnSpPr>
            <p:nvPr/>
          </p:nvCxnSpPr>
          <p:spPr>
            <a:xfrm flipH="1">
              <a:off x="7555499" y="4782066"/>
              <a:ext cx="1" cy="2679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0F23A72C-0C92-4496-65C1-B52E00028EF9}"/>
                </a:ext>
              </a:extLst>
            </p:cNvPr>
            <p:cNvCxnSpPr>
              <a:cxnSpLocks/>
              <a:stCxn id="18" idx="2"/>
            </p:cNvCxnSpPr>
            <p:nvPr/>
          </p:nvCxnSpPr>
          <p:spPr>
            <a:xfrm flipH="1">
              <a:off x="4879514" y="5021080"/>
              <a:ext cx="3" cy="430583"/>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288134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7E5A07-3B72-1D6F-5821-C5BBB2626FC7}"/>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IN" dirty="0"/>
              <a:t>Training and Evaluation Process</a:t>
            </a:r>
            <a:endParaRPr lang="en-US" sz="4400" kern="1200" dirty="0">
              <a:solidFill>
                <a:schemeClr val="tx1"/>
              </a:solidFill>
              <a:latin typeface="+mj-lt"/>
              <a:ea typeface="+mj-ea"/>
              <a:cs typeface="+mj-cs"/>
            </a:endParaRPr>
          </a:p>
        </p:txBody>
      </p:sp>
      <p:sp>
        <p:nvSpPr>
          <p:cNvPr id="12" name="Rectangle 1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Rectangle 1">
            <a:extLst>
              <a:ext uri="{FF2B5EF4-FFF2-40B4-BE49-F238E27FC236}">
                <a16:creationId xmlns:a16="http://schemas.microsoft.com/office/drawing/2014/main" id="{B74DD815-2292-FC3A-8E19-D566F5A9E2FE}"/>
              </a:ext>
            </a:extLst>
          </p:cNvPr>
          <p:cNvGraphicFramePr/>
          <p:nvPr>
            <p:extLst>
              <p:ext uri="{D42A27DB-BD31-4B8C-83A1-F6EECF244321}">
                <p14:modId xmlns:p14="http://schemas.microsoft.com/office/powerpoint/2010/main" val="2067327955"/>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3439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97A07-0075-4CDD-34A8-766155CA3113}"/>
              </a:ext>
            </a:extLst>
          </p:cNvPr>
          <p:cNvSpPr>
            <a:spLocks noGrp="1"/>
          </p:cNvSpPr>
          <p:nvPr>
            <p:ph type="title"/>
          </p:nvPr>
        </p:nvSpPr>
        <p:spPr/>
        <p:txBody>
          <a:bodyPr/>
          <a:lstStyle/>
          <a:p>
            <a:r>
              <a:rPr lang="en-IN" dirty="0"/>
              <a:t>Epoch-wise Training Progress</a:t>
            </a:r>
          </a:p>
        </p:txBody>
      </p:sp>
      <p:pic>
        <p:nvPicPr>
          <p:cNvPr id="5" name="Picture 4" descr="A screenshot of a computer program&#10;&#10;AI-generated content may be incorrect.">
            <a:extLst>
              <a:ext uri="{FF2B5EF4-FFF2-40B4-BE49-F238E27FC236}">
                <a16:creationId xmlns:a16="http://schemas.microsoft.com/office/drawing/2014/main" id="{053AB481-D229-78D8-435C-D98912852E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9680" y="1439200"/>
            <a:ext cx="9611360" cy="4934639"/>
          </a:xfrm>
          <a:prstGeom prst="rect">
            <a:avLst/>
          </a:prstGeom>
        </p:spPr>
      </p:pic>
    </p:spTree>
    <p:extLst>
      <p:ext uri="{BB962C8B-B14F-4D97-AF65-F5344CB8AC3E}">
        <p14:creationId xmlns:p14="http://schemas.microsoft.com/office/powerpoint/2010/main" val="2283211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835CF-7435-0316-77EB-4D221DE5B6FC}"/>
              </a:ext>
            </a:extLst>
          </p:cNvPr>
          <p:cNvSpPr>
            <a:spLocks noGrp="1"/>
          </p:cNvSpPr>
          <p:nvPr>
            <p:ph type="title"/>
          </p:nvPr>
        </p:nvSpPr>
        <p:spPr/>
        <p:txBody>
          <a:bodyPr/>
          <a:lstStyle/>
          <a:p>
            <a:r>
              <a:rPr lang="en-US" dirty="0"/>
              <a:t>Underfitting</a:t>
            </a:r>
            <a:endParaRPr lang="en-IN" dirty="0"/>
          </a:p>
        </p:txBody>
      </p:sp>
      <p:pic>
        <p:nvPicPr>
          <p:cNvPr id="5" name="Picture 4">
            <a:extLst>
              <a:ext uri="{FF2B5EF4-FFF2-40B4-BE49-F238E27FC236}">
                <a16:creationId xmlns:a16="http://schemas.microsoft.com/office/drawing/2014/main" id="{A9A78399-7F6D-BDDB-762E-B8FFB26291F5}"/>
              </a:ext>
            </a:extLst>
          </p:cNvPr>
          <p:cNvPicPr>
            <a:picLocks noChangeAspect="1"/>
          </p:cNvPicPr>
          <p:nvPr/>
        </p:nvPicPr>
        <p:blipFill>
          <a:blip r:embed="rId2"/>
          <a:stretch>
            <a:fillRect/>
          </a:stretch>
        </p:blipFill>
        <p:spPr>
          <a:xfrm>
            <a:off x="2628900" y="1690687"/>
            <a:ext cx="6806046" cy="4548187"/>
          </a:xfrm>
          <a:prstGeom prst="rect">
            <a:avLst/>
          </a:prstGeom>
        </p:spPr>
      </p:pic>
    </p:spTree>
    <p:extLst>
      <p:ext uri="{BB962C8B-B14F-4D97-AF65-F5344CB8AC3E}">
        <p14:creationId xmlns:p14="http://schemas.microsoft.com/office/powerpoint/2010/main" val="2605786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753DF2-2FF1-A237-2DC1-B17A7243086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Model Train and Test Accuracy</a:t>
            </a:r>
          </a:p>
        </p:txBody>
      </p:sp>
      <p:pic>
        <p:nvPicPr>
          <p:cNvPr id="6" name="Picture 5" descr="A graph with a line and a blue line&#10;&#10;AI-generated content may be incorrect.">
            <a:extLst>
              <a:ext uri="{FF2B5EF4-FFF2-40B4-BE49-F238E27FC236}">
                <a16:creationId xmlns:a16="http://schemas.microsoft.com/office/drawing/2014/main" id="{80EA0929-56DC-950D-1B1F-600824CAD261}"/>
              </a:ext>
            </a:extLst>
          </p:cNvPr>
          <p:cNvPicPr>
            <a:picLocks noChangeAspect="1"/>
          </p:cNvPicPr>
          <p:nvPr/>
        </p:nvPicPr>
        <p:blipFill>
          <a:blip r:embed="rId2"/>
          <a:stretch>
            <a:fillRect/>
          </a:stretch>
        </p:blipFill>
        <p:spPr>
          <a:xfrm>
            <a:off x="3205079" y="1675227"/>
            <a:ext cx="5781841" cy="4394199"/>
          </a:xfrm>
          <a:prstGeom prst="rect">
            <a:avLst/>
          </a:prstGeom>
        </p:spPr>
      </p:pic>
    </p:spTree>
    <p:extLst>
      <p:ext uri="{BB962C8B-B14F-4D97-AF65-F5344CB8AC3E}">
        <p14:creationId xmlns:p14="http://schemas.microsoft.com/office/powerpoint/2010/main" val="2480694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E81C7F-78B0-C368-88FC-948EB956DD83}"/>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Model Train and Test Loss</a:t>
            </a:r>
          </a:p>
        </p:txBody>
      </p:sp>
      <p:pic>
        <p:nvPicPr>
          <p:cNvPr id="6" name="Picture 5" descr="A graph of a graph with numbers and a line&#10;&#10;AI-generated content may be incorrect.">
            <a:extLst>
              <a:ext uri="{FF2B5EF4-FFF2-40B4-BE49-F238E27FC236}">
                <a16:creationId xmlns:a16="http://schemas.microsoft.com/office/drawing/2014/main" id="{2352A0B9-8A67-B7B4-892B-804018262818}"/>
              </a:ext>
            </a:extLst>
          </p:cNvPr>
          <p:cNvPicPr>
            <a:picLocks noChangeAspect="1"/>
          </p:cNvPicPr>
          <p:nvPr/>
        </p:nvPicPr>
        <p:blipFill>
          <a:blip r:embed="rId2"/>
          <a:stretch>
            <a:fillRect/>
          </a:stretch>
        </p:blipFill>
        <p:spPr>
          <a:xfrm>
            <a:off x="3205079" y="1675227"/>
            <a:ext cx="5781841" cy="4394199"/>
          </a:xfrm>
          <a:prstGeom prst="rect">
            <a:avLst/>
          </a:prstGeom>
        </p:spPr>
      </p:pic>
    </p:spTree>
    <p:extLst>
      <p:ext uri="{BB962C8B-B14F-4D97-AF65-F5344CB8AC3E}">
        <p14:creationId xmlns:p14="http://schemas.microsoft.com/office/powerpoint/2010/main" val="3571246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76081C-AD42-EF82-A36B-C91522EEB618}"/>
              </a:ext>
            </a:extLst>
          </p:cNvPr>
          <p:cNvSpPr>
            <a:spLocks noGrp="1"/>
          </p:cNvSpPr>
          <p:nvPr>
            <p:ph type="title"/>
          </p:nvPr>
        </p:nvSpPr>
        <p:spPr>
          <a:xfrm>
            <a:off x="761803" y="350196"/>
            <a:ext cx="4646904" cy="1624520"/>
          </a:xfrm>
        </p:spPr>
        <p:txBody>
          <a:bodyPr vert="horz" lIns="91440" tIns="45720" rIns="91440" bIns="45720" rtlCol="0" anchor="ctr">
            <a:normAutofit/>
          </a:bodyPr>
          <a:lstStyle/>
          <a:p>
            <a:r>
              <a:rPr lang="en-US" sz="4000"/>
              <a:t>Model Accuracy</a:t>
            </a:r>
          </a:p>
        </p:txBody>
      </p:sp>
      <p:pic>
        <p:nvPicPr>
          <p:cNvPr id="13" name="Picture 12" descr="Colorful pins linked with threads">
            <a:extLst>
              <a:ext uri="{FF2B5EF4-FFF2-40B4-BE49-F238E27FC236}">
                <a16:creationId xmlns:a16="http://schemas.microsoft.com/office/drawing/2014/main" id="{8C78E009-A784-9B59-7E94-EF1822CCB966}"/>
              </a:ext>
            </a:extLst>
          </p:cNvPr>
          <p:cNvPicPr>
            <a:picLocks noChangeAspect="1"/>
          </p:cNvPicPr>
          <p:nvPr/>
        </p:nvPicPr>
        <p:blipFill>
          <a:blip r:embed="rId2"/>
          <a:srcRect l="23429" r="17394"/>
          <a:stretch/>
        </p:blipFill>
        <p:spPr>
          <a:xfrm>
            <a:off x="6096000" y="1"/>
            <a:ext cx="6102825" cy="6858000"/>
          </a:xfrm>
          <a:prstGeom prst="rect">
            <a:avLst/>
          </a:prstGeom>
        </p:spPr>
      </p:pic>
      <p:graphicFrame>
        <p:nvGraphicFramePr>
          <p:cNvPr id="4" name="Content Placeholder 3">
            <a:extLst>
              <a:ext uri="{FF2B5EF4-FFF2-40B4-BE49-F238E27FC236}">
                <a16:creationId xmlns:a16="http://schemas.microsoft.com/office/drawing/2014/main" id="{4D42EAE9-A5DB-32D6-F587-AAE2EFE19255}"/>
              </a:ext>
            </a:extLst>
          </p:cNvPr>
          <p:cNvGraphicFramePr>
            <a:graphicFrameLocks/>
          </p:cNvGraphicFramePr>
          <p:nvPr>
            <p:extLst>
              <p:ext uri="{D42A27DB-BD31-4B8C-83A1-F6EECF244321}">
                <p14:modId xmlns:p14="http://schemas.microsoft.com/office/powerpoint/2010/main" val="2725895730"/>
              </p:ext>
            </p:extLst>
          </p:nvPr>
        </p:nvGraphicFramePr>
        <p:xfrm>
          <a:off x="217441" y="2959509"/>
          <a:ext cx="5735627" cy="2285999"/>
        </p:xfrm>
        <a:graphic>
          <a:graphicData uri="http://schemas.openxmlformats.org/drawingml/2006/table">
            <a:tbl>
              <a:tblPr firstRow="1" bandRow="1">
                <a:tableStyleId>{C4B1156A-380E-4F78-BDF5-A606A8083BF9}</a:tableStyleId>
              </a:tblPr>
              <a:tblGrid>
                <a:gridCol w="1345680">
                  <a:extLst>
                    <a:ext uri="{9D8B030D-6E8A-4147-A177-3AD203B41FA5}">
                      <a16:colId xmlns:a16="http://schemas.microsoft.com/office/drawing/2014/main" val="3721984293"/>
                    </a:ext>
                  </a:extLst>
                </a:gridCol>
                <a:gridCol w="1390862">
                  <a:extLst>
                    <a:ext uri="{9D8B030D-6E8A-4147-A177-3AD203B41FA5}">
                      <a16:colId xmlns:a16="http://schemas.microsoft.com/office/drawing/2014/main" val="3554172357"/>
                    </a:ext>
                  </a:extLst>
                </a:gridCol>
                <a:gridCol w="1356060">
                  <a:extLst>
                    <a:ext uri="{9D8B030D-6E8A-4147-A177-3AD203B41FA5}">
                      <a16:colId xmlns:a16="http://schemas.microsoft.com/office/drawing/2014/main" val="651449077"/>
                    </a:ext>
                  </a:extLst>
                </a:gridCol>
                <a:gridCol w="1643025">
                  <a:extLst>
                    <a:ext uri="{9D8B030D-6E8A-4147-A177-3AD203B41FA5}">
                      <a16:colId xmlns:a16="http://schemas.microsoft.com/office/drawing/2014/main" val="4024694018"/>
                    </a:ext>
                  </a:extLst>
                </a:gridCol>
              </a:tblGrid>
              <a:tr h="1159305">
                <a:tc>
                  <a:txBody>
                    <a:bodyPr/>
                    <a:lstStyle/>
                    <a:p>
                      <a:pPr>
                        <a:lnSpc>
                          <a:spcPct val="107000"/>
                        </a:lnSpc>
                        <a:spcAft>
                          <a:spcPts val="800"/>
                        </a:spcAft>
                        <a:buNone/>
                      </a:pPr>
                      <a:r>
                        <a:rPr lang="en-IN" sz="1100" kern="100">
                          <a:effectLst/>
                        </a:rPr>
                        <a:t>Model</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IN" sz="1100" kern="100">
                          <a:effectLst/>
                        </a:rPr>
                        <a:t>Train Accuracy (%)</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IN" sz="1100" kern="100">
                          <a:effectLst/>
                        </a:rPr>
                        <a:t>Test Accuracy (%)</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IN" sz="1100" kern="100">
                          <a:effectLst/>
                        </a:rPr>
                        <a:t>Validation Accuracy (%)</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1554910612"/>
                  </a:ext>
                </a:extLst>
              </a:tr>
              <a:tr h="1126694">
                <a:tc>
                  <a:txBody>
                    <a:bodyPr/>
                    <a:lstStyle/>
                    <a:p>
                      <a:pPr>
                        <a:lnSpc>
                          <a:spcPct val="107000"/>
                        </a:lnSpc>
                        <a:spcAft>
                          <a:spcPts val="800"/>
                        </a:spcAft>
                        <a:buNone/>
                      </a:pPr>
                      <a:r>
                        <a:rPr lang="en-IN" sz="1100" kern="100">
                          <a:effectLst/>
                        </a:rPr>
                        <a:t>MobileNetV2</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93.45</a:t>
                      </a:r>
                    </a:p>
                  </a:txBody>
                  <a:tcPr/>
                </a:tc>
                <a:tc>
                  <a:txBody>
                    <a:bodyPr/>
                    <a:lstStyle/>
                    <a:p>
                      <a:pPr>
                        <a:lnSpc>
                          <a:spcPct val="107000"/>
                        </a:lnSpc>
                        <a:spcAft>
                          <a:spcPts val="800"/>
                        </a:spcAft>
                        <a:buNone/>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91.83</a:t>
                      </a:r>
                    </a:p>
                  </a:txBody>
                  <a:tcPr/>
                </a:tc>
                <a:tc>
                  <a:txBody>
                    <a:bodyPr/>
                    <a:lstStyle/>
                    <a:p>
                      <a:pPr>
                        <a:lnSpc>
                          <a:spcPct val="107000"/>
                        </a:lnSpc>
                        <a:spcAft>
                          <a:spcPts val="800"/>
                        </a:spcAft>
                        <a:buNone/>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92.45</a:t>
                      </a:r>
                    </a:p>
                  </a:txBody>
                  <a:tcPr/>
                </a:tc>
                <a:extLst>
                  <a:ext uri="{0D108BD9-81ED-4DB2-BD59-A6C34878D82A}">
                    <a16:rowId xmlns:a16="http://schemas.microsoft.com/office/drawing/2014/main" val="1150734805"/>
                  </a:ext>
                </a:extLst>
              </a:tr>
            </a:tbl>
          </a:graphicData>
        </a:graphic>
      </p:graphicFrame>
    </p:spTree>
    <p:extLst>
      <p:ext uri="{BB962C8B-B14F-4D97-AF65-F5344CB8AC3E}">
        <p14:creationId xmlns:p14="http://schemas.microsoft.com/office/powerpoint/2010/main" val="1082268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833304-6F02-41F5-60C3-F8152628F7DE}"/>
              </a:ext>
            </a:extLst>
          </p:cNvPr>
          <p:cNvSpPr>
            <a:spLocks noGrp="1"/>
          </p:cNvSpPr>
          <p:nvPr>
            <p:ph type="title"/>
          </p:nvPr>
        </p:nvSpPr>
        <p:spPr>
          <a:xfrm>
            <a:off x="761800" y="762001"/>
            <a:ext cx="5334197" cy="1708242"/>
          </a:xfrm>
        </p:spPr>
        <p:txBody>
          <a:bodyPr vert="horz" lIns="91440" tIns="45720" rIns="91440" bIns="45720" rtlCol="0" anchor="ctr">
            <a:normAutofit/>
          </a:bodyPr>
          <a:lstStyle/>
          <a:p>
            <a:r>
              <a:rPr lang="en-US" sz="4000"/>
              <a:t>Testing the Model</a:t>
            </a:r>
          </a:p>
        </p:txBody>
      </p:sp>
      <p:sp>
        <p:nvSpPr>
          <p:cNvPr id="3" name="Text Placeholder 2">
            <a:extLst>
              <a:ext uri="{FF2B5EF4-FFF2-40B4-BE49-F238E27FC236}">
                <a16:creationId xmlns:a16="http://schemas.microsoft.com/office/drawing/2014/main" id="{E48F4BA9-87F5-4FA9-E974-CE10B8F95C19}"/>
              </a:ext>
            </a:extLst>
          </p:cNvPr>
          <p:cNvSpPr>
            <a:spLocks noGrp="1"/>
          </p:cNvSpPr>
          <p:nvPr>
            <p:ph type="body" idx="1"/>
          </p:nvPr>
        </p:nvSpPr>
        <p:spPr>
          <a:xfrm>
            <a:off x="761800" y="2470244"/>
            <a:ext cx="5334197" cy="3769835"/>
          </a:xfrm>
        </p:spPr>
        <p:txBody>
          <a:bodyPr vert="horz" lIns="91440" tIns="45720" rIns="91440" bIns="45720" rtlCol="0" anchor="ctr">
            <a:normAutofit/>
          </a:bodyPr>
          <a:lstStyle/>
          <a:p>
            <a:r>
              <a:rPr lang="en-US" sz="2000"/>
              <a:t>Test model with unseen images to from validation data ensure generalization.</a:t>
            </a:r>
          </a:p>
          <a:p>
            <a:pPr marL="0"/>
            <a:endParaRPr lang="en-US" sz="2000"/>
          </a:p>
        </p:txBody>
      </p:sp>
      <p:pic>
        <p:nvPicPr>
          <p:cNvPr id="5" name="Picture 4" descr="A collage of different types of leaves&#10;&#10;AI-generated content may be incorrect.">
            <a:extLst>
              <a:ext uri="{FF2B5EF4-FFF2-40B4-BE49-F238E27FC236}">
                <a16:creationId xmlns:a16="http://schemas.microsoft.com/office/drawing/2014/main" id="{3A9ED8B6-70FC-8049-C75D-FDCD26BFC168}"/>
              </a:ext>
            </a:extLst>
          </p:cNvPr>
          <p:cNvPicPr>
            <a:picLocks noChangeAspect="1"/>
          </p:cNvPicPr>
          <p:nvPr/>
        </p:nvPicPr>
        <p:blipFill>
          <a:blip r:embed="rId2"/>
          <a:srcRect t="196" b="2582"/>
          <a:stretch/>
        </p:blipFill>
        <p:spPr>
          <a:xfrm>
            <a:off x="6857797" y="-10886"/>
            <a:ext cx="5334204" cy="6858000"/>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021374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2B3EE-191F-CA9E-DA4A-B01943DF68DF}"/>
              </a:ext>
            </a:extLst>
          </p:cNvPr>
          <p:cNvSpPr>
            <a:spLocks noGrp="1"/>
          </p:cNvSpPr>
          <p:nvPr>
            <p:ph type="title"/>
          </p:nvPr>
        </p:nvSpPr>
        <p:spPr>
          <a:xfrm>
            <a:off x="756920" y="203201"/>
            <a:ext cx="10515600" cy="1056640"/>
          </a:xfrm>
        </p:spPr>
        <p:txBody>
          <a:bodyPr/>
          <a:lstStyle/>
          <a:p>
            <a:r>
              <a:rPr lang="en-IN" dirty="0"/>
              <a:t>Predicted vs Actual</a:t>
            </a:r>
          </a:p>
        </p:txBody>
      </p:sp>
      <p:pic>
        <p:nvPicPr>
          <p:cNvPr id="9" name="Picture 8">
            <a:extLst>
              <a:ext uri="{FF2B5EF4-FFF2-40B4-BE49-F238E27FC236}">
                <a16:creationId xmlns:a16="http://schemas.microsoft.com/office/drawing/2014/main" id="{5B4E4403-001C-651B-9F17-1A633AE4FC41}"/>
              </a:ext>
            </a:extLst>
          </p:cNvPr>
          <p:cNvPicPr>
            <a:picLocks noChangeAspect="1"/>
          </p:cNvPicPr>
          <p:nvPr/>
        </p:nvPicPr>
        <p:blipFill>
          <a:blip r:embed="rId2"/>
          <a:stretch>
            <a:fillRect/>
          </a:stretch>
        </p:blipFill>
        <p:spPr>
          <a:xfrm>
            <a:off x="3068320" y="1036320"/>
            <a:ext cx="6400800" cy="5496559"/>
          </a:xfrm>
          <a:prstGeom prst="rect">
            <a:avLst/>
          </a:prstGeom>
        </p:spPr>
      </p:pic>
    </p:spTree>
    <p:extLst>
      <p:ext uri="{BB962C8B-B14F-4D97-AF65-F5344CB8AC3E}">
        <p14:creationId xmlns:p14="http://schemas.microsoft.com/office/powerpoint/2010/main" val="14509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2B8CF7-9CF4-739D-53FC-D0C744C89CF6}"/>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kern="1200">
                <a:solidFill>
                  <a:srgbClr val="FFFFFF"/>
                </a:solidFill>
                <a:latin typeface="+mj-lt"/>
                <a:ea typeface="+mj-ea"/>
                <a:cs typeface="+mj-cs"/>
              </a:rPr>
              <a:t>Model Accuracy: Correct Class vs Total Images Graph</a:t>
            </a:r>
          </a:p>
        </p:txBody>
      </p:sp>
      <p:pic>
        <p:nvPicPr>
          <p:cNvPr id="4" name="Picture 3" descr="A graph of different colored bars&#10;&#10;AI-generated content may be incorrect.">
            <a:extLst>
              <a:ext uri="{FF2B5EF4-FFF2-40B4-BE49-F238E27FC236}">
                <a16:creationId xmlns:a16="http://schemas.microsoft.com/office/drawing/2014/main" id="{ED2700B9-9841-83D8-3A95-8B99B31D012F}"/>
              </a:ext>
            </a:extLst>
          </p:cNvPr>
          <p:cNvPicPr>
            <a:picLocks noChangeAspect="1"/>
          </p:cNvPicPr>
          <p:nvPr/>
        </p:nvPicPr>
        <p:blipFill>
          <a:blip r:embed="rId2"/>
          <a:stretch>
            <a:fillRect/>
          </a:stretch>
        </p:blipFill>
        <p:spPr>
          <a:xfrm>
            <a:off x="4777316" y="902025"/>
            <a:ext cx="6780700" cy="4761020"/>
          </a:xfrm>
          <a:prstGeom prst="rect">
            <a:avLst/>
          </a:prstGeom>
        </p:spPr>
      </p:pic>
    </p:spTree>
    <p:extLst>
      <p:ext uri="{BB962C8B-B14F-4D97-AF65-F5344CB8AC3E}">
        <p14:creationId xmlns:p14="http://schemas.microsoft.com/office/powerpoint/2010/main" val="1037634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92FAC6-88F4-AEA8-EF19-EA3C27E5AA1E}"/>
              </a:ext>
            </a:extLst>
          </p:cNvPr>
          <p:cNvSpPr>
            <a:spLocks noGrp="1"/>
          </p:cNvSpPr>
          <p:nvPr>
            <p:ph type="title"/>
          </p:nvPr>
        </p:nvSpPr>
        <p:spPr>
          <a:xfrm>
            <a:off x="761803" y="350196"/>
            <a:ext cx="4646904" cy="1624520"/>
          </a:xfrm>
        </p:spPr>
        <p:txBody>
          <a:bodyPr vert="horz" lIns="91440" tIns="45720" rIns="91440" bIns="45720" rtlCol="0" anchor="ctr">
            <a:normAutofit/>
          </a:bodyPr>
          <a:lstStyle/>
          <a:p>
            <a:r>
              <a:rPr lang="en-US" sz="4000"/>
              <a:t>Challenges in Disease Detection</a:t>
            </a:r>
          </a:p>
        </p:txBody>
      </p:sp>
      <p:sp>
        <p:nvSpPr>
          <p:cNvPr id="3" name="Text Placeholder 2">
            <a:extLst>
              <a:ext uri="{FF2B5EF4-FFF2-40B4-BE49-F238E27FC236}">
                <a16:creationId xmlns:a16="http://schemas.microsoft.com/office/drawing/2014/main" id="{38997D7A-8E46-3674-4454-F90105CA72C5}"/>
              </a:ext>
            </a:extLst>
          </p:cNvPr>
          <p:cNvSpPr>
            <a:spLocks noGrp="1"/>
          </p:cNvSpPr>
          <p:nvPr>
            <p:ph type="body" idx="1"/>
          </p:nvPr>
        </p:nvSpPr>
        <p:spPr>
          <a:xfrm>
            <a:off x="761802" y="2743200"/>
            <a:ext cx="4646905" cy="3613149"/>
          </a:xfrm>
        </p:spPr>
        <p:txBody>
          <a:bodyPr vert="horz" lIns="91440" tIns="45720" rIns="91440" bIns="45720" rtlCol="0" anchor="ctr">
            <a:normAutofit/>
          </a:bodyPr>
          <a:lstStyle/>
          <a:p>
            <a:r>
              <a:rPr lang="en-US" sz="2000"/>
              <a:t>Challenges include class imbalance, overfitting, and dataset size.</a:t>
            </a:r>
          </a:p>
        </p:txBody>
      </p:sp>
      <p:pic>
        <p:nvPicPr>
          <p:cNvPr id="5" name="Picture 4" descr="A digital balance scale using circles">
            <a:extLst>
              <a:ext uri="{FF2B5EF4-FFF2-40B4-BE49-F238E27FC236}">
                <a16:creationId xmlns:a16="http://schemas.microsoft.com/office/drawing/2014/main" id="{55C173FD-0E51-12F0-EDBB-D84ABE3636D0}"/>
              </a:ext>
            </a:extLst>
          </p:cNvPr>
          <p:cNvPicPr>
            <a:picLocks noChangeAspect="1"/>
          </p:cNvPicPr>
          <p:nvPr/>
        </p:nvPicPr>
        <p:blipFill>
          <a:blip r:embed="rId2"/>
          <a:srcRect l="24390" r="21772" b="1"/>
          <a:stretch/>
        </p:blipFill>
        <p:spPr>
          <a:xfrm>
            <a:off x="6096000" y="1"/>
            <a:ext cx="6102825" cy="6858000"/>
          </a:xfrm>
          <a:prstGeom prst="rect">
            <a:avLst/>
          </a:prstGeom>
        </p:spPr>
      </p:pic>
    </p:spTree>
    <p:extLst>
      <p:ext uri="{BB962C8B-B14F-4D97-AF65-F5344CB8AC3E}">
        <p14:creationId xmlns:p14="http://schemas.microsoft.com/office/powerpoint/2010/main" val="2444193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een and yellow layers">
            <a:extLst>
              <a:ext uri="{FF2B5EF4-FFF2-40B4-BE49-F238E27FC236}">
                <a16:creationId xmlns:a16="http://schemas.microsoft.com/office/drawing/2014/main" id="{580DB402-F25D-3E39-7BAA-3308CED22189}"/>
              </a:ext>
            </a:extLst>
          </p:cNvPr>
          <p:cNvPicPr>
            <a:picLocks noChangeAspect="1"/>
          </p:cNvPicPr>
          <p:nvPr/>
        </p:nvPicPr>
        <p:blipFill>
          <a:blip r:embed="rId2"/>
          <a:srcRect l="19821" r="16674" b="-1"/>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48E17A-EF90-D6DF-DE11-358E4C482624}"/>
              </a:ext>
            </a:extLst>
          </p:cNvPr>
          <p:cNvSpPr>
            <a:spLocks noGrp="1"/>
          </p:cNvSpPr>
          <p:nvPr>
            <p:ph type="title"/>
          </p:nvPr>
        </p:nvSpPr>
        <p:spPr>
          <a:xfrm>
            <a:off x="6115317" y="405685"/>
            <a:ext cx="5464968" cy="1559301"/>
          </a:xfrm>
        </p:spPr>
        <p:txBody>
          <a:bodyPr vert="horz" lIns="91440" tIns="45720" rIns="91440" bIns="45720" rtlCol="0" anchor="ctr">
            <a:normAutofit/>
          </a:bodyPr>
          <a:lstStyle/>
          <a:p>
            <a:r>
              <a:rPr lang="en-US" sz="4000" dirty="0"/>
              <a:t>Solutions and Improvements</a:t>
            </a:r>
          </a:p>
        </p:txBody>
      </p:sp>
      <p:sp>
        <p:nvSpPr>
          <p:cNvPr id="3" name="Text Placeholder 2">
            <a:extLst>
              <a:ext uri="{FF2B5EF4-FFF2-40B4-BE49-F238E27FC236}">
                <a16:creationId xmlns:a16="http://schemas.microsoft.com/office/drawing/2014/main" id="{A2783211-C53D-D1DE-A4EB-91654F3E07B5}"/>
              </a:ext>
            </a:extLst>
          </p:cNvPr>
          <p:cNvSpPr>
            <a:spLocks noGrp="1"/>
          </p:cNvSpPr>
          <p:nvPr>
            <p:ph type="body" idx="1"/>
          </p:nvPr>
        </p:nvSpPr>
        <p:spPr>
          <a:xfrm>
            <a:off x="6115317" y="2743200"/>
            <a:ext cx="5247340" cy="3496878"/>
          </a:xfrm>
        </p:spPr>
        <p:txBody>
          <a:bodyPr vert="horz" lIns="91440" tIns="45720" rIns="91440" bIns="45720" rtlCol="0" anchor="ctr">
            <a:normAutofit/>
          </a:bodyPr>
          <a:lstStyle/>
          <a:p>
            <a:r>
              <a:rPr lang="en-US" sz="2000"/>
              <a:t>Solutions involve data augmentation, dropout layers, and larger datasets.</a:t>
            </a:r>
          </a:p>
        </p:txBody>
      </p:sp>
    </p:spTree>
    <p:extLst>
      <p:ext uri="{BB962C8B-B14F-4D97-AF65-F5344CB8AC3E}">
        <p14:creationId xmlns:p14="http://schemas.microsoft.com/office/powerpoint/2010/main" val="331227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A close-up of a blue and green background&#10;&#10;AI-generated content may be incorrect.">
            <a:extLst>
              <a:ext uri="{FF2B5EF4-FFF2-40B4-BE49-F238E27FC236}">
                <a16:creationId xmlns:a16="http://schemas.microsoft.com/office/drawing/2014/main" id="{73C49239-B78B-7502-FCAA-21568697AB1D}"/>
              </a:ext>
            </a:extLst>
          </p:cNvPr>
          <p:cNvPicPr>
            <a:picLocks noChangeAspect="1"/>
          </p:cNvPicPr>
          <p:nvPr/>
        </p:nvPicPr>
        <p:blipFill>
          <a:blip r:embed="rId2">
            <a:duotone>
              <a:schemeClr val="bg2">
                <a:shade val="45000"/>
                <a:satMod val="135000"/>
              </a:schemeClr>
              <a:prstClr val="white"/>
            </a:duotone>
          </a:blip>
          <a:srcRect t="20011" r="9091" b="3380"/>
          <a:stretch/>
        </p:blipFill>
        <p:spPr>
          <a:xfrm>
            <a:off x="20" y="10"/>
            <a:ext cx="12191980" cy="6857990"/>
          </a:xfrm>
          <a:prstGeom prst="rect">
            <a:avLst/>
          </a:prstGeom>
        </p:spPr>
      </p:pic>
      <p:sp>
        <p:nvSpPr>
          <p:cNvPr id="19" name="Rectangle 18">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DCAB7A-FF27-1E67-3C1C-79D4E1E105BD}"/>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dirty="0"/>
              <a:t>Deployment</a:t>
            </a:r>
            <a:endParaRPr lang="en-US"/>
          </a:p>
        </p:txBody>
      </p:sp>
      <p:graphicFrame>
        <p:nvGraphicFramePr>
          <p:cNvPr id="7" name="Text Placeholder 4">
            <a:extLst>
              <a:ext uri="{FF2B5EF4-FFF2-40B4-BE49-F238E27FC236}">
                <a16:creationId xmlns:a16="http://schemas.microsoft.com/office/drawing/2014/main" id="{80812EE9-4554-7B6B-B61C-8764BB661416}"/>
              </a:ext>
            </a:extLst>
          </p:cNvPr>
          <p:cNvGraphicFramePr/>
          <p:nvPr>
            <p:extLst>
              <p:ext uri="{D42A27DB-BD31-4B8C-83A1-F6EECF244321}">
                <p14:modId xmlns:p14="http://schemas.microsoft.com/office/powerpoint/2010/main" val="408212267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3120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930249-8242-4E2B-AF17-C01826488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DD999-C5E1-4B3E-A710-768673819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4" name="Picture 3" descr="Angled shot of pen on a graph">
            <a:extLst>
              <a:ext uri="{FF2B5EF4-FFF2-40B4-BE49-F238E27FC236}">
                <a16:creationId xmlns:a16="http://schemas.microsoft.com/office/drawing/2014/main" id="{EDABAAAE-669F-6B60-EA96-8CEE595E40A8}"/>
              </a:ext>
            </a:extLst>
          </p:cNvPr>
          <p:cNvPicPr>
            <a:picLocks noChangeAspect="1"/>
          </p:cNvPicPr>
          <p:nvPr/>
        </p:nvPicPr>
        <p:blipFill>
          <a:blip r:embed="rId2">
            <a:alphaModFix amt="60000"/>
          </a:blip>
          <a:srcRect t="9441" b="6289"/>
          <a:stretch/>
        </p:blipFill>
        <p:spPr>
          <a:xfrm>
            <a:off x="-1" y="10"/>
            <a:ext cx="12192001" cy="6857990"/>
          </a:xfrm>
          <a:prstGeom prst="rect">
            <a:avLst/>
          </a:prstGeom>
        </p:spPr>
      </p:pic>
      <p:sp>
        <p:nvSpPr>
          <p:cNvPr id="2" name="Title 1">
            <a:extLst>
              <a:ext uri="{FF2B5EF4-FFF2-40B4-BE49-F238E27FC236}">
                <a16:creationId xmlns:a16="http://schemas.microsoft.com/office/drawing/2014/main" id="{8E961539-491E-2202-6C97-1AC0DD52ECA8}"/>
              </a:ext>
            </a:extLst>
          </p:cNvPr>
          <p:cNvSpPr>
            <a:spLocks noGrp="1"/>
          </p:cNvSpPr>
          <p:nvPr>
            <p:ph type="title"/>
          </p:nvPr>
        </p:nvSpPr>
        <p:spPr>
          <a:xfrm>
            <a:off x="172021" y="142240"/>
            <a:ext cx="9795637" cy="904738"/>
          </a:xfrm>
        </p:spPr>
        <p:txBody>
          <a:bodyPr vert="horz" lIns="91440" tIns="45720" rIns="91440" bIns="45720" rtlCol="0" anchor="b">
            <a:normAutofit/>
          </a:bodyPr>
          <a:lstStyle/>
          <a:p>
            <a:pPr algn="ctr"/>
            <a:r>
              <a:rPr lang="en-US" sz="5200" dirty="0">
                <a:solidFill>
                  <a:srgbClr val="FFFFFF"/>
                </a:solidFill>
              </a:rPr>
              <a:t>Deployment Results</a:t>
            </a:r>
          </a:p>
        </p:txBody>
      </p:sp>
      <p:pic>
        <p:nvPicPr>
          <p:cNvPr id="7" name="Picture 6" descr="A close-up of a leaf&#10;&#10;AI-generated content may be incorrect.">
            <a:extLst>
              <a:ext uri="{FF2B5EF4-FFF2-40B4-BE49-F238E27FC236}">
                <a16:creationId xmlns:a16="http://schemas.microsoft.com/office/drawing/2014/main" id="{441B34F5-DFD9-E462-DC1C-F1C26FA59B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6341" y="909191"/>
            <a:ext cx="4520525" cy="5668782"/>
          </a:xfrm>
          <a:prstGeom prst="rect">
            <a:avLst/>
          </a:prstGeom>
        </p:spPr>
      </p:pic>
    </p:spTree>
    <p:extLst>
      <p:ext uri="{BB962C8B-B14F-4D97-AF65-F5344CB8AC3E}">
        <p14:creationId xmlns:p14="http://schemas.microsoft.com/office/powerpoint/2010/main" val="214644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AD0B45-6A3B-170C-2373-DCE523123341}"/>
              </a:ext>
            </a:extLst>
          </p:cNvPr>
          <p:cNvSpPr>
            <a:spLocks noGrp="1"/>
          </p:cNvSpPr>
          <p:nvPr>
            <p:ph type="title"/>
          </p:nvPr>
        </p:nvSpPr>
        <p:spPr>
          <a:xfrm>
            <a:off x="761800" y="762001"/>
            <a:ext cx="5334197" cy="1708242"/>
          </a:xfrm>
        </p:spPr>
        <p:txBody>
          <a:bodyPr vert="horz" lIns="91440" tIns="45720" rIns="91440" bIns="45720" rtlCol="0" anchor="ctr">
            <a:normAutofit/>
          </a:bodyPr>
          <a:lstStyle/>
          <a:p>
            <a:r>
              <a:rPr lang="en-US" sz="4000"/>
              <a:t>Role of AI in Agriculture</a:t>
            </a:r>
          </a:p>
        </p:txBody>
      </p:sp>
      <p:sp>
        <p:nvSpPr>
          <p:cNvPr id="3" name="Text Placeholder 2">
            <a:extLst>
              <a:ext uri="{FF2B5EF4-FFF2-40B4-BE49-F238E27FC236}">
                <a16:creationId xmlns:a16="http://schemas.microsoft.com/office/drawing/2014/main" id="{01DCE58D-C68C-FEBF-57F5-A54EBFDD9F05}"/>
              </a:ext>
            </a:extLst>
          </p:cNvPr>
          <p:cNvSpPr>
            <a:spLocks noGrp="1"/>
          </p:cNvSpPr>
          <p:nvPr>
            <p:ph type="body" idx="1"/>
          </p:nvPr>
        </p:nvSpPr>
        <p:spPr>
          <a:xfrm>
            <a:off x="761800" y="2470244"/>
            <a:ext cx="5334197" cy="3769835"/>
          </a:xfrm>
        </p:spPr>
        <p:txBody>
          <a:bodyPr vert="horz" lIns="91440" tIns="45720" rIns="91440" bIns="45720" rtlCol="0" anchor="ctr">
            <a:normAutofit/>
          </a:bodyPr>
          <a:lstStyle/>
          <a:p>
            <a:r>
              <a:rPr lang="en-US" sz="2000" dirty="0"/>
              <a:t>AI in agriculture enables early disease detection, reducing chemical reliance and improving crop management.</a:t>
            </a:r>
          </a:p>
        </p:txBody>
      </p:sp>
      <p:pic>
        <p:nvPicPr>
          <p:cNvPr id="5" name="Picture 4" descr="Plants in a field">
            <a:extLst>
              <a:ext uri="{FF2B5EF4-FFF2-40B4-BE49-F238E27FC236}">
                <a16:creationId xmlns:a16="http://schemas.microsoft.com/office/drawing/2014/main" id="{FFB52416-A643-0ED0-F2A9-D0DB304F3E1C}"/>
              </a:ext>
            </a:extLst>
          </p:cNvPr>
          <p:cNvPicPr>
            <a:picLocks noChangeAspect="1"/>
          </p:cNvPicPr>
          <p:nvPr/>
        </p:nvPicPr>
        <p:blipFill>
          <a:blip r:embed="rId2"/>
          <a:srcRect l="20990" r="27173"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940959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122B6E-B16A-1E34-6A49-B4486E179096}"/>
              </a:ext>
            </a:extLst>
          </p:cNvPr>
          <p:cNvSpPr>
            <a:spLocks noGrp="1"/>
          </p:cNvSpPr>
          <p:nvPr>
            <p:ph type="title"/>
          </p:nvPr>
        </p:nvSpPr>
        <p:spPr>
          <a:xfrm>
            <a:off x="761800" y="762001"/>
            <a:ext cx="5334197" cy="1708242"/>
          </a:xfrm>
        </p:spPr>
        <p:txBody>
          <a:bodyPr vert="horz" lIns="91440" tIns="45720" rIns="91440" bIns="45720" rtlCol="0" anchor="ctr">
            <a:normAutofit/>
          </a:bodyPr>
          <a:lstStyle/>
          <a:p>
            <a:r>
              <a:rPr lang="en-US" sz="4000"/>
              <a:t>Use Cases in Agriculture</a:t>
            </a:r>
          </a:p>
        </p:txBody>
      </p:sp>
      <p:sp>
        <p:nvSpPr>
          <p:cNvPr id="3" name="Text Placeholder 2">
            <a:extLst>
              <a:ext uri="{FF2B5EF4-FFF2-40B4-BE49-F238E27FC236}">
                <a16:creationId xmlns:a16="http://schemas.microsoft.com/office/drawing/2014/main" id="{60CC5351-A95E-015D-4FB1-584634ADE98C}"/>
              </a:ext>
            </a:extLst>
          </p:cNvPr>
          <p:cNvSpPr>
            <a:spLocks noGrp="1"/>
          </p:cNvSpPr>
          <p:nvPr>
            <p:ph type="body" idx="1"/>
          </p:nvPr>
        </p:nvSpPr>
        <p:spPr>
          <a:xfrm>
            <a:off x="761800" y="2470244"/>
            <a:ext cx="5334197" cy="3769835"/>
          </a:xfrm>
        </p:spPr>
        <p:txBody>
          <a:bodyPr vert="horz" lIns="91440" tIns="45720" rIns="91440" bIns="45720" rtlCol="0" anchor="ctr">
            <a:normAutofit/>
          </a:bodyPr>
          <a:lstStyle/>
          <a:p>
            <a:r>
              <a:rPr lang="en-US" sz="2000"/>
              <a:t>AI aids precision farming and minimizes pesticide use, improving disease detection accuracy.</a:t>
            </a:r>
          </a:p>
        </p:txBody>
      </p:sp>
      <p:pic>
        <p:nvPicPr>
          <p:cNvPr id="5" name="Picture 4">
            <a:extLst>
              <a:ext uri="{FF2B5EF4-FFF2-40B4-BE49-F238E27FC236}">
                <a16:creationId xmlns:a16="http://schemas.microsoft.com/office/drawing/2014/main" id="{3C5AD927-0DDB-0F86-9BAE-55BCC17FDFBF}"/>
              </a:ext>
            </a:extLst>
          </p:cNvPr>
          <p:cNvPicPr>
            <a:picLocks noChangeAspect="1"/>
          </p:cNvPicPr>
          <p:nvPr/>
        </p:nvPicPr>
        <p:blipFill>
          <a:blip r:embed="rId2"/>
          <a:srcRect l="37706" r="18417" b="-445"/>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521697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BBE25-CF7E-9E52-B942-AF0337998951}"/>
              </a:ext>
            </a:extLst>
          </p:cNvPr>
          <p:cNvSpPr>
            <a:spLocks noGrp="1"/>
          </p:cNvSpPr>
          <p:nvPr>
            <p:ph type="title"/>
          </p:nvPr>
        </p:nvSpPr>
        <p:spPr>
          <a:xfrm>
            <a:off x="6823878" y="741391"/>
            <a:ext cx="4491821" cy="1616203"/>
          </a:xfrm>
        </p:spPr>
        <p:txBody>
          <a:bodyPr vert="horz" lIns="91440" tIns="45720" rIns="91440" bIns="45720" rtlCol="0" anchor="b">
            <a:normAutofit/>
          </a:bodyPr>
          <a:lstStyle/>
          <a:p>
            <a:r>
              <a:rPr lang="en-US" sz="3200"/>
              <a:t>Impact on Farmers</a:t>
            </a:r>
          </a:p>
        </p:txBody>
      </p:sp>
      <p:pic>
        <p:nvPicPr>
          <p:cNvPr id="5" name="Picture 4" descr="Green shoots sprouting from the ground">
            <a:extLst>
              <a:ext uri="{FF2B5EF4-FFF2-40B4-BE49-F238E27FC236}">
                <a16:creationId xmlns:a16="http://schemas.microsoft.com/office/drawing/2014/main" id="{73D5E695-8A1B-3E7D-26BA-10948A58E6EB}"/>
              </a:ext>
            </a:extLst>
          </p:cNvPr>
          <p:cNvPicPr>
            <a:picLocks noChangeAspect="1"/>
          </p:cNvPicPr>
          <p:nvPr/>
        </p:nvPicPr>
        <p:blipFill>
          <a:blip r:embed="rId2"/>
          <a:srcRect l="12606" r="28060" b="-1"/>
          <a:stretch/>
        </p:blipFill>
        <p:spPr>
          <a:xfrm>
            <a:off x="20" y="10"/>
            <a:ext cx="6095980" cy="6857990"/>
          </a:xfrm>
          <a:prstGeom prst="rect">
            <a:avLst/>
          </a:prstGeom>
        </p:spPr>
      </p:pic>
      <p:grpSp>
        <p:nvGrpSpPr>
          <p:cNvPr id="9" name="Group 8">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10" name="Rectangle 9">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 Placeholder 2">
            <a:extLst>
              <a:ext uri="{FF2B5EF4-FFF2-40B4-BE49-F238E27FC236}">
                <a16:creationId xmlns:a16="http://schemas.microsoft.com/office/drawing/2014/main" id="{05F3A23F-0CB4-38DE-5B97-9900059F4690}"/>
              </a:ext>
            </a:extLst>
          </p:cNvPr>
          <p:cNvSpPr>
            <a:spLocks noGrp="1"/>
          </p:cNvSpPr>
          <p:nvPr>
            <p:ph type="body" idx="1"/>
          </p:nvPr>
        </p:nvSpPr>
        <p:spPr>
          <a:xfrm>
            <a:off x="6823878" y="2533476"/>
            <a:ext cx="4491820" cy="3447832"/>
          </a:xfrm>
        </p:spPr>
        <p:txBody>
          <a:bodyPr vert="horz" lIns="91440" tIns="45720" rIns="91440" bIns="45720" rtlCol="0" anchor="t">
            <a:normAutofit/>
          </a:bodyPr>
          <a:lstStyle/>
          <a:p>
            <a:r>
              <a:rPr lang="en-US" sz="2000"/>
              <a:t>Timely treatments prevent losses, benefiting farmers and increasing crop yield.</a:t>
            </a:r>
          </a:p>
        </p:txBody>
      </p:sp>
    </p:spTree>
    <p:extLst>
      <p:ext uri="{BB962C8B-B14F-4D97-AF65-F5344CB8AC3E}">
        <p14:creationId xmlns:p14="http://schemas.microsoft.com/office/powerpoint/2010/main" val="4044801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C75B1D-4749-49A1-8553-FD296DD7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A8ECCF6-3858-46C9-8F9F-C06506CC3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1601" y="1371600"/>
            <a:ext cx="9486899" cy="41148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006093-121D-8E0E-52D7-1B9829155A7E}"/>
              </a:ext>
            </a:extLst>
          </p:cNvPr>
          <p:cNvSpPr>
            <a:spLocks noGrp="1"/>
          </p:cNvSpPr>
          <p:nvPr>
            <p:ph type="title"/>
          </p:nvPr>
        </p:nvSpPr>
        <p:spPr>
          <a:xfrm>
            <a:off x="2659529" y="2085788"/>
            <a:ext cx="6884895" cy="1496649"/>
          </a:xfrm>
        </p:spPr>
        <p:txBody>
          <a:bodyPr vert="horz" lIns="91440" tIns="45720" rIns="91440" bIns="45720" rtlCol="0" anchor="b">
            <a:normAutofit/>
          </a:bodyPr>
          <a:lstStyle/>
          <a:p>
            <a:pPr algn="ctr"/>
            <a:r>
              <a:rPr lang="en-US" sz="3200" kern="1200">
                <a:solidFill>
                  <a:srgbClr val="595959"/>
                </a:solidFill>
                <a:latin typeface="+mj-lt"/>
                <a:ea typeface="+mj-ea"/>
                <a:cs typeface="+mj-cs"/>
              </a:rPr>
              <a:t>Future Scope</a:t>
            </a:r>
          </a:p>
        </p:txBody>
      </p:sp>
      <p:sp>
        <p:nvSpPr>
          <p:cNvPr id="3" name="Text Placeholder 2">
            <a:extLst>
              <a:ext uri="{FF2B5EF4-FFF2-40B4-BE49-F238E27FC236}">
                <a16:creationId xmlns:a16="http://schemas.microsoft.com/office/drawing/2014/main" id="{655B1617-B736-324F-F561-69658253999E}"/>
              </a:ext>
            </a:extLst>
          </p:cNvPr>
          <p:cNvSpPr>
            <a:spLocks noGrp="1"/>
          </p:cNvSpPr>
          <p:nvPr>
            <p:ph type="body" idx="1"/>
          </p:nvPr>
        </p:nvSpPr>
        <p:spPr>
          <a:xfrm>
            <a:off x="3048000" y="3948056"/>
            <a:ext cx="6096000" cy="830134"/>
          </a:xfrm>
        </p:spPr>
        <p:txBody>
          <a:bodyPr vert="horz" lIns="91440" tIns="45720" rIns="91440" bIns="45720" rtlCol="0" anchor="t">
            <a:normAutofit/>
          </a:bodyPr>
          <a:lstStyle/>
          <a:p>
            <a:pPr marL="0" indent="0" algn="ctr">
              <a:buNone/>
            </a:pPr>
            <a:r>
              <a:rPr lang="en-US" sz="1400" kern="1200">
                <a:solidFill>
                  <a:srgbClr val="595959"/>
                </a:solidFill>
                <a:latin typeface="+mn-lt"/>
                <a:ea typeface="+mn-ea"/>
                <a:cs typeface="+mn-cs"/>
              </a:rPr>
              <a:t>Future improvements: real-time monitoring, edge devices, better model generalization.</a:t>
            </a:r>
          </a:p>
        </p:txBody>
      </p:sp>
    </p:spTree>
    <p:extLst>
      <p:ext uri="{BB962C8B-B14F-4D97-AF65-F5344CB8AC3E}">
        <p14:creationId xmlns:p14="http://schemas.microsoft.com/office/powerpoint/2010/main" val="19938108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84B09D-C9AB-E1D9-8BC5-0285B07A3FA3}"/>
              </a:ext>
            </a:extLst>
          </p:cNvPr>
          <p:cNvSpPr>
            <a:spLocks noGrp="1"/>
          </p:cNvSpPr>
          <p:nvPr>
            <p:ph type="title"/>
          </p:nvPr>
        </p:nvSpPr>
        <p:spPr>
          <a:xfrm>
            <a:off x="761803" y="350196"/>
            <a:ext cx="4646904" cy="1624520"/>
          </a:xfrm>
        </p:spPr>
        <p:txBody>
          <a:bodyPr vert="horz" lIns="91440" tIns="45720" rIns="91440" bIns="45720" rtlCol="0" anchor="ctr">
            <a:normAutofit/>
          </a:bodyPr>
          <a:lstStyle/>
          <a:p>
            <a:r>
              <a:rPr lang="en-US" sz="4000"/>
              <a:t>Conclusion</a:t>
            </a:r>
          </a:p>
        </p:txBody>
      </p:sp>
      <p:sp>
        <p:nvSpPr>
          <p:cNvPr id="3" name="Text Placeholder 2">
            <a:extLst>
              <a:ext uri="{FF2B5EF4-FFF2-40B4-BE49-F238E27FC236}">
                <a16:creationId xmlns:a16="http://schemas.microsoft.com/office/drawing/2014/main" id="{3478A398-8852-9E3F-488F-6A514D793935}"/>
              </a:ext>
            </a:extLst>
          </p:cNvPr>
          <p:cNvSpPr>
            <a:spLocks noGrp="1"/>
          </p:cNvSpPr>
          <p:nvPr>
            <p:ph type="body" idx="1"/>
          </p:nvPr>
        </p:nvSpPr>
        <p:spPr>
          <a:xfrm>
            <a:off x="761802" y="2743200"/>
            <a:ext cx="4646905" cy="3613149"/>
          </a:xfrm>
        </p:spPr>
        <p:txBody>
          <a:bodyPr vert="horz" lIns="91440" tIns="45720" rIns="91440" bIns="45720" rtlCol="0" anchor="ctr">
            <a:normAutofit/>
          </a:bodyPr>
          <a:lstStyle/>
          <a:p>
            <a:r>
              <a:rPr lang="en-US" sz="2000"/>
              <a:t>Summary: AI's role in enhancing agriculture through automated disease detection.</a:t>
            </a:r>
          </a:p>
        </p:txBody>
      </p:sp>
      <p:pic>
        <p:nvPicPr>
          <p:cNvPr id="5" name="Picture 4" descr="Plants in a field">
            <a:extLst>
              <a:ext uri="{FF2B5EF4-FFF2-40B4-BE49-F238E27FC236}">
                <a16:creationId xmlns:a16="http://schemas.microsoft.com/office/drawing/2014/main" id="{7EEA46F0-4E14-49AC-4A81-7CBE754A6696}"/>
              </a:ext>
            </a:extLst>
          </p:cNvPr>
          <p:cNvPicPr>
            <a:picLocks noChangeAspect="1"/>
          </p:cNvPicPr>
          <p:nvPr/>
        </p:nvPicPr>
        <p:blipFill>
          <a:blip r:embed="rId2"/>
          <a:srcRect l="17209" r="23391" b="-2"/>
          <a:stretch/>
        </p:blipFill>
        <p:spPr>
          <a:xfrm>
            <a:off x="6096000" y="1"/>
            <a:ext cx="6102825" cy="6858000"/>
          </a:xfrm>
          <a:prstGeom prst="rect">
            <a:avLst/>
          </a:prstGeom>
        </p:spPr>
      </p:pic>
    </p:spTree>
    <p:extLst>
      <p:ext uri="{BB962C8B-B14F-4D97-AF65-F5344CB8AC3E}">
        <p14:creationId xmlns:p14="http://schemas.microsoft.com/office/powerpoint/2010/main" val="1655325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3486DF-674D-B55A-B1A1-801840986DFF}"/>
              </a:ext>
            </a:extLst>
          </p:cNvPr>
          <p:cNvSpPr>
            <a:spLocks noGrp="1"/>
          </p:cNvSpPr>
          <p:nvPr>
            <p:ph type="title"/>
          </p:nvPr>
        </p:nvSpPr>
        <p:spPr>
          <a:xfrm>
            <a:off x="970908" y="1220919"/>
            <a:ext cx="5425781" cy="2387600"/>
          </a:xfrm>
        </p:spPr>
        <p:txBody>
          <a:bodyPr vert="horz" lIns="91440" tIns="45720" rIns="91440" bIns="45720" rtlCol="0" anchor="b">
            <a:normAutofit/>
          </a:bodyPr>
          <a:lstStyle/>
          <a:p>
            <a:r>
              <a:rPr lang="en-US" sz="6000" kern="1200">
                <a:solidFill>
                  <a:schemeClr val="tx1"/>
                </a:solidFill>
                <a:latin typeface="+mj-lt"/>
                <a:ea typeface="+mj-ea"/>
                <a:cs typeface="+mj-cs"/>
              </a:rPr>
              <a:t>References</a:t>
            </a:r>
          </a:p>
        </p:txBody>
      </p:sp>
      <p:sp>
        <p:nvSpPr>
          <p:cNvPr id="3" name="Text Placeholder 2">
            <a:extLst>
              <a:ext uri="{FF2B5EF4-FFF2-40B4-BE49-F238E27FC236}">
                <a16:creationId xmlns:a16="http://schemas.microsoft.com/office/drawing/2014/main" id="{48B24594-3769-64FF-BDE9-DE3FE8B3B039}"/>
              </a:ext>
            </a:extLst>
          </p:cNvPr>
          <p:cNvSpPr>
            <a:spLocks noGrp="1"/>
          </p:cNvSpPr>
          <p:nvPr>
            <p:ph type="body" idx="1"/>
          </p:nvPr>
        </p:nvSpPr>
        <p:spPr>
          <a:xfrm>
            <a:off x="970908" y="3700594"/>
            <a:ext cx="5425781" cy="1655762"/>
          </a:xfrm>
        </p:spPr>
        <p:txBody>
          <a:bodyPr vert="horz" lIns="91440" tIns="45720" rIns="91440" bIns="45720" rtlCol="0">
            <a:normAutofit/>
          </a:bodyPr>
          <a:lstStyle/>
          <a:p>
            <a:pPr marL="0" indent="0">
              <a:buNone/>
            </a:pPr>
            <a:r>
              <a:rPr lang="en-US" sz="2400" kern="1200">
                <a:solidFill>
                  <a:schemeClr val="tx1"/>
                </a:solidFill>
                <a:latin typeface="+mn-lt"/>
                <a:ea typeface="+mn-ea"/>
                <a:cs typeface="+mn-cs"/>
              </a:rPr>
              <a:t>Sources: Kaggle, PlantVillage, TensorFlow Docs, Research Articles.</a:t>
            </a:r>
          </a:p>
        </p:txBody>
      </p:sp>
      <p:sp>
        <p:nvSpPr>
          <p:cNvPr id="10" name="Freeform: Shape 9">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96501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34115B-DCA2-A23A-5F3F-3AFC4516BCC3}"/>
              </a:ext>
            </a:extLst>
          </p:cNvPr>
          <p:cNvSpPr>
            <a:spLocks noGrp="1"/>
          </p:cNvSpPr>
          <p:nvPr>
            <p:ph type="title"/>
          </p:nvPr>
        </p:nvSpPr>
        <p:spPr>
          <a:xfrm>
            <a:off x="6803409" y="762001"/>
            <a:ext cx="4156512" cy="1708244"/>
          </a:xfrm>
        </p:spPr>
        <p:txBody>
          <a:bodyPr vert="horz" lIns="91440" tIns="45720" rIns="91440" bIns="45720" rtlCol="0" anchor="ctr">
            <a:normAutofit/>
          </a:bodyPr>
          <a:lstStyle/>
          <a:p>
            <a:r>
              <a:rPr lang="en-US" sz="4000"/>
              <a:t>Thank You / Q&amp;A</a:t>
            </a:r>
          </a:p>
        </p:txBody>
      </p:sp>
      <p:pic>
        <p:nvPicPr>
          <p:cNvPr id="5" name="Picture 4" descr="Yellow and blue symbols">
            <a:extLst>
              <a:ext uri="{FF2B5EF4-FFF2-40B4-BE49-F238E27FC236}">
                <a16:creationId xmlns:a16="http://schemas.microsoft.com/office/drawing/2014/main" id="{611E2CBD-6D52-5307-FC48-973D1C3E3472}"/>
              </a:ext>
            </a:extLst>
          </p:cNvPr>
          <p:cNvPicPr>
            <a:picLocks noChangeAspect="1"/>
          </p:cNvPicPr>
          <p:nvPr/>
        </p:nvPicPr>
        <p:blipFill>
          <a:blip r:embed="rId2"/>
          <a:srcRect l="13442" r="18558" b="1"/>
          <a:stretch/>
        </p:blipFill>
        <p:spPr>
          <a:xfrm>
            <a:off x="-1" y="-2"/>
            <a:ext cx="6096001" cy="6858002"/>
          </a:xfrm>
          <a:prstGeom prst="rect">
            <a:avLst/>
          </a:prstGeom>
        </p:spPr>
      </p:pic>
      <p:sp>
        <p:nvSpPr>
          <p:cNvPr id="3" name="Text Placeholder 2">
            <a:extLst>
              <a:ext uri="{FF2B5EF4-FFF2-40B4-BE49-F238E27FC236}">
                <a16:creationId xmlns:a16="http://schemas.microsoft.com/office/drawing/2014/main" id="{D5FC33D0-BEE6-CB92-1D08-6C856655437E}"/>
              </a:ext>
            </a:extLst>
          </p:cNvPr>
          <p:cNvSpPr>
            <a:spLocks noGrp="1"/>
          </p:cNvSpPr>
          <p:nvPr>
            <p:ph type="body" idx="1"/>
          </p:nvPr>
        </p:nvSpPr>
        <p:spPr>
          <a:xfrm>
            <a:off x="6803409" y="2470245"/>
            <a:ext cx="4156512" cy="3769835"/>
          </a:xfrm>
        </p:spPr>
        <p:txBody>
          <a:bodyPr vert="horz" lIns="91440" tIns="45720" rIns="91440" bIns="45720" rtlCol="0" anchor="ctr">
            <a:normAutofit/>
          </a:bodyPr>
          <a:lstStyle/>
          <a:p>
            <a:r>
              <a:rPr lang="en-US" sz="2000"/>
              <a:t>Thank you for your attention! Any questions?</a:t>
            </a:r>
          </a:p>
        </p:txBody>
      </p:sp>
    </p:spTree>
    <p:extLst>
      <p:ext uri="{BB962C8B-B14F-4D97-AF65-F5344CB8AC3E}">
        <p14:creationId xmlns:p14="http://schemas.microsoft.com/office/powerpoint/2010/main" val="3143968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509</TotalTime>
  <Words>1014</Words>
  <Application>Microsoft Office PowerPoint</Application>
  <PresentationFormat>Widescreen</PresentationFormat>
  <Paragraphs>103</Paragraphs>
  <Slides>30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Aptos Display</vt:lpstr>
      <vt:lpstr>Arial</vt:lpstr>
      <vt:lpstr>Calibri</vt:lpstr>
      <vt:lpstr>Times New Roman</vt:lpstr>
      <vt:lpstr>Office Theme</vt:lpstr>
      <vt:lpstr>AGRICULTURE LEAF DISEASE CLASSIFICATION USING DEEP LEARNING</vt:lpstr>
      <vt:lpstr>Abstract</vt:lpstr>
      <vt:lpstr>Problem Statement</vt:lpstr>
      <vt:lpstr>Overview of Dataset</vt:lpstr>
      <vt:lpstr>Classes in Dataset</vt:lpstr>
      <vt:lpstr>Disease Detection Process</vt:lpstr>
      <vt:lpstr>MobileNetV2Model</vt:lpstr>
      <vt:lpstr>Classes Detected by MobileNetV2</vt:lpstr>
      <vt:lpstr>Building the Custom MobileNetV2Model for Plant Disease Classification</vt:lpstr>
      <vt:lpstr>Model Architecture</vt:lpstr>
      <vt:lpstr>Training and Evaluation Process</vt:lpstr>
      <vt:lpstr>Epoch-wise Training Progress</vt:lpstr>
      <vt:lpstr>Underfitting</vt:lpstr>
      <vt:lpstr>Model Train and Test Accuracy</vt:lpstr>
      <vt:lpstr>Model Train and Test Loss</vt:lpstr>
      <vt:lpstr>Model Accuracy</vt:lpstr>
      <vt:lpstr>Testing the Model</vt:lpstr>
      <vt:lpstr>Predicted vs Actual</vt:lpstr>
      <vt:lpstr>Model Accuracy: Correct Class vs Total Images Graph</vt:lpstr>
      <vt:lpstr>Challenges in Disease Detection</vt:lpstr>
      <vt:lpstr>Solutions and Improvements</vt:lpstr>
      <vt:lpstr>Deployment</vt:lpstr>
      <vt:lpstr>Deployment Results</vt:lpstr>
      <vt:lpstr>Role of AI in Agriculture</vt:lpstr>
      <vt:lpstr>Use Cases in Agriculture</vt:lpstr>
      <vt:lpstr>Impact on Farmers</vt:lpstr>
      <vt:lpstr>Future Scope</vt:lpstr>
      <vt:lpstr>Conclusion</vt:lpstr>
      <vt:lpstr>References</vt:lpstr>
      <vt:lpstr>Thank You / 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 M</dc:creator>
  <cp:lastModifiedBy>Deepak M</cp:lastModifiedBy>
  <cp:revision>13</cp:revision>
  <dcterms:created xsi:type="dcterms:W3CDTF">2025-05-13T08:32:39Z</dcterms:created>
  <dcterms:modified xsi:type="dcterms:W3CDTF">2025-05-29T17:12:09Z</dcterms:modified>
</cp:coreProperties>
</file>